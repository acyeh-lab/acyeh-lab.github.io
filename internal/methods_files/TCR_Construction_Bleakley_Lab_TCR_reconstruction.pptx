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7" r:id="rId6"/>
    <p:sldId id="258" r:id="rId7"/>
    <p:sldId id="259" r:id="rId8"/>
    <p:sldId id="260" r:id="rId9"/>
    <p:sldId id="261" r:id="rId10"/>
    <p:sldId id="262" r:id="rId11"/>
    <p:sldId id="263" r:id="rId12"/>
    <p:sldId id="264" r:id="rId13"/>
    <p:sldId id="26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68287FE-06EB-499D-B3CB-605884F32716}" v="6" dt="2020-07-24T04:01:19.3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2" autoAdjust="0"/>
    <p:restoredTop sz="94660"/>
  </p:normalViewPr>
  <p:slideViewPr>
    <p:cSldViewPr snapToGrid="0">
      <p:cViewPr varScale="1">
        <p:scale>
          <a:sx n="94" d="100"/>
          <a:sy n="94" d="100"/>
        </p:scale>
        <p:origin x="84" y="1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elle" userId="6e7065e7-650b-428f-b6fc-876641a44ef9" providerId="ADAL" clId="{D68287FE-06EB-499D-B3CB-605884F32716}"/>
    <pc:docChg chg="undo custSel addSld modSld">
      <pc:chgData name="Michelle" userId="6e7065e7-650b-428f-b6fc-876641a44ef9" providerId="ADAL" clId="{D68287FE-06EB-499D-B3CB-605884F32716}" dt="2020-07-24T04:07:01.648" v="2434" actId="20577"/>
      <pc:docMkLst>
        <pc:docMk/>
      </pc:docMkLst>
      <pc:sldChg chg="modSp mod">
        <pc:chgData name="Michelle" userId="6e7065e7-650b-428f-b6fc-876641a44ef9" providerId="ADAL" clId="{D68287FE-06EB-499D-B3CB-605884F32716}" dt="2020-07-24T03:09:56.598" v="29" actId="20577"/>
        <pc:sldMkLst>
          <pc:docMk/>
          <pc:sldMk cId="1704943156" sldId="256"/>
        </pc:sldMkLst>
        <pc:spChg chg="mod">
          <ac:chgData name="Michelle" userId="6e7065e7-650b-428f-b6fc-876641a44ef9" providerId="ADAL" clId="{D68287FE-06EB-499D-B3CB-605884F32716}" dt="2020-07-24T03:09:56.598" v="29" actId="20577"/>
          <ac:spMkLst>
            <pc:docMk/>
            <pc:sldMk cId="1704943156" sldId="256"/>
            <ac:spMk id="3" creationId="{A9E6E8E7-8612-4EE7-8849-84EEB965B5D1}"/>
          </ac:spMkLst>
        </pc:spChg>
      </pc:sldChg>
      <pc:sldChg chg="modSp mod">
        <pc:chgData name="Michelle" userId="6e7065e7-650b-428f-b6fc-876641a44ef9" providerId="ADAL" clId="{D68287FE-06EB-499D-B3CB-605884F32716}" dt="2020-07-24T04:04:22.262" v="2376" actId="20577"/>
        <pc:sldMkLst>
          <pc:docMk/>
          <pc:sldMk cId="1852112846" sldId="259"/>
        </pc:sldMkLst>
        <pc:spChg chg="mod">
          <ac:chgData name="Michelle" userId="6e7065e7-650b-428f-b6fc-876641a44ef9" providerId="ADAL" clId="{D68287FE-06EB-499D-B3CB-605884F32716}" dt="2020-07-24T04:04:22.262" v="2376" actId="20577"/>
          <ac:spMkLst>
            <pc:docMk/>
            <pc:sldMk cId="1852112846" sldId="259"/>
            <ac:spMk id="17" creationId="{3D807CD6-0DD2-4090-A3E4-1DB40B85AFB4}"/>
          </ac:spMkLst>
        </pc:spChg>
      </pc:sldChg>
      <pc:sldChg chg="modSp mod">
        <pc:chgData name="Michelle" userId="6e7065e7-650b-428f-b6fc-876641a44ef9" providerId="ADAL" clId="{D68287FE-06EB-499D-B3CB-605884F32716}" dt="2020-07-24T03:31:57.727" v="843" actId="20577"/>
        <pc:sldMkLst>
          <pc:docMk/>
          <pc:sldMk cId="370773408" sldId="260"/>
        </pc:sldMkLst>
        <pc:spChg chg="mod">
          <ac:chgData name="Michelle" userId="6e7065e7-650b-428f-b6fc-876641a44ef9" providerId="ADAL" clId="{D68287FE-06EB-499D-B3CB-605884F32716}" dt="2020-07-24T03:31:57.727" v="843" actId="20577"/>
          <ac:spMkLst>
            <pc:docMk/>
            <pc:sldMk cId="370773408" sldId="260"/>
            <ac:spMk id="8" creationId="{1B9CA6C6-46A4-4168-B32F-FF22DF84B9F3}"/>
          </ac:spMkLst>
        </pc:spChg>
      </pc:sldChg>
      <pc:sldChg chg="modSp mod">
        <pc:chgData name="Michelle" userId="6e7065e7-650b-428f-b6fc-876641a44ef9" providerId="ADAL" clId="{D68287FE-06EB-499D-B3CB-605884F32716}" dt="2020-07-24T04:05:01.101" v="2410" actId="20577"/>
        <pc:sldMkLst>
          <pc:docMk/>
          <pc:sldMk cId="873529336" sldId="261"/>
        </pc:sldMkLst>
        <pc:spChg chg="mod">
          <ac:chgData name="Michelle" userId="6e7065e7-650b-428f-b6fc-876641a44ef9" providerId="ADAL" clId="{D68287FE-06EB-499D-B3CB-605884F32716}" dt="2020-07-24T04:05:01.101" v="2410" actId="20577"/>
          <ac:spMkLst>
            <pc:docMk/>
            <pc:sldMk cId="873529336" sldId="261"/>
            <ac:spMk id="8" creationId="{1B9CA6C6-46A4-4168-B32F-FF22DF84B9F3}"/>
          </ac:spMkLst>
        </pc:spChg>
      </pc:sldChg>
      <pc:sldChg chg="addSp delSp modSp mod">
        <pc:chgData name="Michelle" userId="6e7065e7-650b-428f-b6fc-876641a44ef9" providerId="ADAL" clId="{D68287FE-06EB-499D-B3CB-605884F32716}" dt="2020-07-24T03:51:09.576" v="1189" actId="20577"/>
        <pc:sldMkLst>
          <pc:docMk/>
          <pc:sldMk cId="1845065617" sldId="262"/>
        </pc:sldMkLst>
        <pc:spChg chg="add mod">
          <ac:chgData name="Michelle" userId="6e7065e7-650b-428f-b6fc-876641a44ef9" providerId="ADAL" clId="{D68287FE-06EB-499D-B3CB-605884F32716}" dt="2020-07-24T03:18:37.147" v="518" actId="1076"/>
          <ac:spMkLst>
            <pc:docMk/>
            <pc:sldMk cId="1845065617" sldId="262"/>
            <ac:spMk id="4" creationId="{387BA2EA-ADCF-4816-84BA-B5DC65B599AB}"/>
          </ac:spMkLst>
        </pc:spChg>
        <pc:spChg chg="mod">
          <ac:chgData name="Michelle" userId="6e7065e7-650b-428f-b6fc-876641a44ef9" providerId="ADAL" clId="{D68287FE-06EB-499D-B3CB-605884F32716}" dt="2020-07-24T03:17:09.620" v="330" actId="1076"/>
          <ac:spMkLst>
            <pc:docMk/>
            <pc:sldMk cId="1845065617" sldId="262"/>
            <ac:spMk id="8" creationId="{1B9CA6C6-46A4-4168-B32F-FF22DF84B9F3}"/>
          </ac:spMkLst>
        </pc:spChg>
        <pc:spChg chg="mod">
          <ac:chgData name="Michelle" userId="6e7065e7-650b-428f-b6fc-876641a44ef9" providerId="ADAL" clId="{D68287FE-06EB-499D-B3CB-605884F32716}" dt="2020-07-24T03:16:50.496" v="328" actId="1076"/>
          <ac:spMkLst>
            <pc:docMk/>
            <pc:sldMk cId="1845065617" sldId="262"/>
            <ac:spMk id="17" creationId="{7A11A817-9440-4D89-B210-3C788CD64BC6}"/>
          </ac:spMkLst>
        </pc:spChg>
        <pc:spChg chg="mod">
          <ac:chgData name="Michelle" userId="6e7065e7-650b-428f-b6fc-876641a44ef9" providerId="ADAL" clId="{D68287FE-06EB-499D-B3CB-605884F32716}" dt="2020-07-24T03:51:09.576" v="1189" actId="20577"/>
          <ac:spMkLst>
            <pc:docMk/>
            <pc:sldMk cId="1845065617" sldId="262"/>
            <ac:spMk id="19" creationId="{171F1F4E-1729-4C77-9FB1-51DBB7BB474E}"/>
          </ac:spMkLst>
        </pc:spChg>
        <pc:picChg chg="mod modCrop">
          <ac:chgData name="Michelle" userId="6e7065e7-650b-428f-b6fc-876641a44ef9" providerId="ADAL" clId="{D68287FE-06EB-499D-B3CB-605884F32716}" dt="2020-07-24T03:16:42.792" v="326" actId="1076"/>
          <ac:picMkLst>
            <pc:docMk/>
            <pc:sldMk cId="1845065617" sldId="262"/>
            <ac:picMk id="21" creationId="{B1A38534-2CD4-4949-8345-6EFFE98EC045}"/>
          </ac:picMkLst>
        </pc:picChg>
        <pc:cxnChg chg="mod">
          <ac:chgData name="Michelle" userId="6e7065e7-650b-428f-b6fc-876641a44ef9" providerId="ADAL" clId="{D68287FE-06EB-499D-B3CB-605884F32716}" dt="2020-07-24T03:16:42.792" v="326" actId="1076"/>
          <ac:cxnSpMkLst>
            <pc:docMk/>
            <pc:sldMk cId="1845065617" sldId="262"/>
            <ac:cxnSpMk id="12" creationId="{EEA00657-DD2C-4CC6-9433-3EFA4C345A7E}"/>
          </ac:cxnSpMkLst>
        </pc:cxnChg>
        <pc:cxnChg chg="del">
          <ac:chgData name="Michelle" userId="6e7065e7-650b-428f-b6fc-876641a44ef9" providerId="ADAL" clId="{D68287FE-06EB-499D-B3CB-605884F32716}" dt="2020-07-24T03:16:04.664" v="319" actId="478"/>
          <ac:cxnSpMkLst>
            <pc:docMk/>
            <pc:sldMk cId="1845065617" sldId="262"/>
            <ac:cxnSpMk id="14" creationId="{0CDFA5B7-D8F2-4461-8899-F0B1B2430DD6}"/>
          </ac:cxnSpMkLst>
        </pc:cxnChg>
        <pc:cxnChg chg="mod">
          <ac:chgData name="Michelle" userId="6e7065e7-650b-428f-b6fc-876641a44ef9" providerId="ADAL" clId="{D68287FE-06EB-499D-B3CB-605884F32716}" dt="2020-07-24T03:16:42.792" v="326" actId="1076"/>
          <ac:cxnSpMkLst>
            <pc:docMk/>
            <pc:sldMk cId="1845065617" sldId="262"/>
            <ac:cxnSpMk id="15" creationId="{E70A3DDB-27BA-422B-8450-E1152E01CCC1}"/>
          </ac:cxnSpMkLst>
        </pc:cxnChg>
        <pc:cxnChg chg="mod">
          <ac:chgData name="Michelle" userId="6e7065e7-650b-428f-b6fc-876641a44ef9" providerId="ADAL" clId="{D68287FE-06EB-499D-B3CB-605884F32716}" dt="2020-07-24T03:16:42.792" v="326" actId="1076"/>
          <ac:cxnSpMkLst>
            <pc:docMk/>
            <pc:sldMk cId="1845065617" sldId="262"/>
            <ac:cxnSpMk id="16" creationId="{F4834469-7C33-474B-B010-3BD2460FCE75}"/>
          </ac:cxnSpMkLst>
        </pc:cxnChg>
      </pc:sldChg>
      <pc:sldChg chg="addSp delSp modSp add mod">
        <pc:chgData name="Michelle" userId="6e7065e7-650b-428f-b6fc-876641a44ef9" providerId="ADAL" clId="{D68287FE-06EB-499D-B3CB-605884F32716}" dt="2020-07-24T03:32:32.087" v="851" actId="14100"/>
        <pc:sldMkLst>
          <pc:docMk/>
          <pc:sldMk cId="3454650598" sldId="263"/>
        </pc:sldMkLst>
        <pc:spChg chg="del">
          <ac:chgData name="Michelle" userId="6e7065e7-650b-428f-b6fc-876641a44ef9" providerId="ADAL" clId="{D68287FE-06EB-499D-B3CB-605884F32716}" dt="2020-07-24T03:19:58.262" v="558" actId="478"/>
          <ac:spMkLst>
            <pc:docMk/>
            <pc:sldMk cId="3454650598" sldId="263"/>
            <ac:spMk id="4" creationId="{387BA2EA-ADCF-4816-84BA-B5DC65B599AB}"/>
          </ac:spMkLst>
        </pc:spChg>
        <pc:spChg chg="mod">
          <ac:chgData name="Michelle" userId="6e7065e7-650b-428f-b6fc-876641a44ef9" providerId="ADAL" clId="{D68287FE-06EB-499D-B3CB-605884F32716}" dt="2020-07-24T03:19:37.547" v="551" actId="20577"/>
          <ac:spMkLst>
            <pc:docMk/>
            <pc:sldMk cId="3454650598" sldId="263"/>
            <ac:spMk id="6" creationId="{3813F4F9-610E-4665-95CD-3F705A988C16}"/>
          </ac:spMkLst>
        </pc:spChg>
        <pc:spChg chg="del">
          <ac:chgData name="Michelle" userId="6e7065e7-650b-428f-b6fc-876641a44ef9" providerId="ADAL" clId="{D68287FE-06EB-499D-B3CB-605884F32716}" dt="2020-07-24T03:19:55.847" v="556" actId="478"/>
          <ac:spMkLst>
            <pc:docMk/>
            <pc:sldMk cId="3454650598" sldId="263"/>
            <ac:spMk id="8" creationId="{1B9CA6C6-46A4-4168-B32F-FF22DF84B9F3}"/>
          </ac:spMkLst>
        </pc:spChg>
        <pc:spChg chg="add mod">
          <ac:chgData name="Michelle" userId="6e7065e7-650b-428f-b6fc-876641a44ef9" providerId="ADAL" clId="{D68287FE-06EB-499D-B3CB-605884F32716}" dt="2020-07-24T03:32:05.257" v="848" actId="313"/>
          <ac:spMkLst>
            <pc:docMk/>
            <pc:sldMk cId="3454650598" sldId="263"/>
            <ac:spMk id="14" creationId="{95EB21CA-333E-4C4B-B342-AEBDD9018231}"/>
          </ac:spMkLst>
        </pc:spChg>
        <pc:spChg chg="del">
          <ac:chgData name="Michelle" userId="6e7065e7-650b-428f-b6fc-876641a44ef9" providerId="ADAL" clId="{D68287FE-06EB-499D-B3CB-605884F32716}" dt="2020-07-24T03:19:56.702" v="557" actId="478"/>
          <ac:spMkLst>
            <pc:docMk/>
            <pc:sldMk cId="3454650598" sldId="263"/>
            <ac:spMk id="17" creationId="{7A11A817-9440-4D89-B210-3C788CD64BC6}"/>
          </ac:spMkLst>
        </pc:spChg>
        <pc:spChg chg="mod">
          <ac:chgData name="Michelle" userId="6e7065e7-650b-428f-b6fc-876641a44ef9" providerId="ADAL" clId="{D68287FE-06EB-499D-B3CB-605884F32716}" dt="2020-07-24T03:21:14.099" v="707" actId="1076"/>
          <ac:spMkLst>
            <pc:docMk/>
            <pc:sldMk cId="3454650598" sldId="263"/>
            <ac:spMk id="19" creationId="{171F1F4E-1729-4C77-9FB1-51DBB7BB474E}"/>
          </ac:spMkLst>
        </pc:spChg>
        <pc:picChg chg="add mod">
          <ac:chgData name="Michelle" userId="6e7065e7-650b-428f-b6fc-876641a44ef9" providerId="ADAL" clId="{D68287FE-06EB-499D-B3CB-605884F32716}" dt="2020-07-24T03:31:09.386" v="723" actId="1076"/>
          <ac:picMkLst>
            <pc:docMk/>
            <pc:sldMk cId="3454650598" sldId="263"/>
            <ac:picMk id="7" creationId="{FC84EA56-2375-4C03-8D70-3C9260DBF27F}"/>
          </ac:picMkLst>
        </pc:picChg>
        <pc:picChg chg="add mod ord modCrop">
          <ac:chgData name="Michelle" userId="6e7065e7-650b-428f-b6fc-876641a44ef9" providerId="ADAL" clId="{D68287FE-06EB-499D-B3CB-605884F32716}" dt="2020-07-24T03:31:01.115" v="720" actId="1076"/>
          <ac:picMkLst>
            <pc:docMk/>
            <pc:sldMk cId="3454650598" sldId="263"/>
            <ac:picMk id="11" creationId="{05B90BA0-EDC5-46E2-AA98-5EDF1E266477}"/>
          </ac:picMkLst>
        </pc:picChg>
        <pc:picChg chg="del">
          <ac:chgData name="Michelle" userId="6e7065e7-650b-428f-b6fc-876641a44ef9" providerId="ADAL" clId="{D68287FE-06EB-499D-B3CB-605884F32716}" dt="2020-07-24T03:19:40.684" v="552" actId="478"/>
          <ac:picMkLst>
            <pc:docMk/>
            <pc:sldMk cId="3454650598" sldId="263"/>
            <ac:picMk id="21" creationId="{B1A38534-2CD4-4949-8345-6EFFE98EC045}"/>
          </ac:picMkLst>
        </pc:picChg>
        <pc:cxnChg chg="del">
          <ac:chgData name="Michelle" userId="6e7065e7-650b-428f-b6fc-876641a44ef9" providerId="ADAL" clId="{D68287FE-06EB-499D-B3CB-605884F32716}" dt="2020-07-24T03:19:42.329" v="553" actId="478"/>
          <ac:cxnSpMkLst>
            <pc:docMk/>
            <pc:sldMk cId="3454650598" sldId="263"/>
            <ac:cxnSpMk id="12" creationId="{EEA00657-DD2C-4CC6-9433-3EFA4C345A7E}"/>
          </ac:cxnSpMkLst>
        </pc:cxnChg>
        <pc:cxnChg chg="add mod">
          <ac:chgData name="Michelle" userId="6e7065e7-650b-428f-b6fc-876641a44ef9" providerId="ADAL" clId="{D68287FE-06EB-499D-B3CB-605884F32716}" dt="2020-07-24T03:31:04.470" v="721" actId="14100"/>
          <ac:cxnSpMkLst>
            <pc:docMk/>
            <pc:sldMk cId="3454650598" sldId="263"/>
            <ac:cxnSpMk id="13" creationId="{F07F282E-E70C-4B8F-ADF0-441A698CEC14}"/>
          </ac:cxnSpMkLst>
        </pc:cxnChg>
        <pc:cxnChg chg="del">
          <ac:chgData name="Michelle" userId="6e7065e7-650b-428f-b6fc-876641a44ef9" providerId="ADAL" clId="{D68287FE-06EB-499D-B3CB-605884F32716}" dt="2020-07-24T03:19:44.179" v="555" actId="478"/>
          <ac:cxnSpMkLst>
            <pc:docMk/>
            <pc:sldMk cId="3454650598" sldId="263"/>
            <ac:cxnSpMk id="15" creationId="{E70A3DDB-27BA-422B-8450-E1152E01CCC1}"/>
          </ac:cxnSpMkLst>
        </pc:cxnChg>
        <pc:cxnChg chg="del">
          <ac:chgData name="Michelle" userId="6e7065e7-650b-428f-b6fc-876641a44ef9" providerId="ADAL" clId="{D68287FE-06EB-499D-B3CB-605884F32716}" dt="2020-07-24T03:19:43.242" v="554" actId="478"/>
          <ac:cxnSpMkLst>
            <pc:docMk/>
            <pc:sldMk cId="3454650598" sldId="263"/>
            <ac:cxnSpMk id="16" creationId="{F4834469-7C33-474B-B010-3BD2460FCE75}"/>
          </ac:cxnSpMkLst>
        </pc:cxnChg>
        <pc:cxnChg chg="add mod">
          <ac:chgData name="Michelle" userId="6e7065e7-650b-428f-b6fc-876641a44ef9" providerId="ADAL" clId="{D68287FE-06EB-499D-B3CB-605884F32716}" dt="2020-07-24T03:32:32.087" v="851" actId="14100"/>
          <ac:cxnSpMkLst>
            <pc:docMk/>
            <pc:sldMk cId="3454650598" sldId="263"/>
            <ac:cxnSpMk id="22" creationId="{3B46ACB5-D4F5-4213-B7AF-0EDC3B97EF21}"/>
          </ac:cxnSpMkLst>
        </pc:cxnChg>
      </pc:sldChg>
      <pc:sldChg chg="addSp delSp modSp add mod">
        <pc:chgData name="Michelle" userId="6e7065e7-650b-428f-b6fc-876641a44ef9" providerId="ADAL" clId="{D68287FE-06EB-499D-B3CB-605884F32716}" dt="2020-07-24T03:53:25.649" v="1455" actId="14100"/>
        <pc:sldMkLst>
          <pc:docMk/>
          <pc:sldMk cId="2082291580" sldId="264"/>
        </pc:sldMkLst>
        <pc:spChg chg="mod">
          <ac:chgData name="Michelle" userId="6e7065e7-650b-428f-b6fc-876641a44ef9" providerId="ADAL" clId="{D68287FE-06EB-499D-B3CB-605884F32716}" dt="2020-07-24T03:53:22.920" v="1454" actId="1076"/>
          <ac:spMkLst>
            <pc:docMk/>
            <pc:sldMk cId="2082291580" sldId="264"/>
            <ac:spMk id="4" creationId="{387BA2EA-ADCF-4816-84BA-B5DC65B599AB}"/>
          </ac:spMkLst>
        </pc:spChg>
        <pc:spChg chg="add mod">
          <ac:chgData name="Michelle" userId="6e7065e7-650b-428f-b6fc-876641a44ef9" providerId="ADAL" clId="{D68287FE-06EB-499D-B3CB-605884F32716}" dt="2020-07-24T03:48:21.121" v="929" actId="1037"/>
          <ac:spMkLst>
            <pc:docMk/>
            <pc:sldMk cId="2082291580" sldId="264"/>
            <ac:spMk id="5" creationId="{38A45B5D-D81E-42F4-B3FF-D6D629934F56}"/>
          </ac:spMkLst>
        </pc:spChg>
        <pc:spChg chg="mod">
          <ac:chgData name="Michelle" userId="6e7065e7-650b-428f-b6fc-876641a44ef9" providerId="ADAL" clId="{D68287FE-06EB-499D-B3CB-605884F32716}" dt="2020-07-24T03:33:21.891" v="879" actId="20577"/>
          <ac:spMkLst>
            <pc:docMk/>
            <pc:sldMk cId="2082291580" sldId="264"/>
            <ac:spMk id="6" creationId="{3813F4F9-610E-4665-95CD-3F705A988C16}"/>
          </ac:spMkLst>
        </pc:spChg>
        <pc:spChg chg="mod">
          <ac:chgData name="Michelle" userId="6e7065e7-650b-428f-b6fc-876641a44ef9" providerId="ADAL" clId="{D68287FE-06EB-499D-B3CB-605884F32716}" dt="2020-07-24T03:47:27.674" v="916" actId="1076"/>
          <ac:spMkLst>
            <pc:docMk/>
            <pc:sldMk cId="2082291580" sldId="264"/>
            <ac:spMk id="17" creationId="{7A11A817-9440-4D89-B210-3C788CD64BC6}"/>
          </ac:spMkLst>
        </pc:spChg>
        <pc:spChg chg="mod">
          <ac:chgData name="Michelle" userId="6e7065e7-650b-428f-b6fc-876641a44ef9" providerId="ADAL" clId="{D68287FE-06EB-499D-B3CB-605884F32716}" dt="2020-07-24T03:53:25.649" v="1455" actId="14100"/>
          <ac:spMkLst>
            <pc:docMk/>
            <pc:sldMk cId="2082291580" sldId="264"/>
            <ac:spMk id="19" creationId="{171F1F4E-1729-4C77-9FB1-51DBB7BB474E}"/>
          </ac:spMkLst>
        </pc:spChg>
        <pc:picChg chg="add mod ord modCrop">
          <ac:chgData name="Michelle" userId="6e7065e7-650b-428f-b6fc-876641a44ef9" providerId="ADAL" clId="{D68287FE-06EB-499D-B3CB-605884F32716}" dt="2020-07-24T03:47:24.292" v="915" actId="1036"/>
          <ac:picMkLst>
            <pc:docMk/>
            <pc:sldMk cId="2082291580" sldId="264"/>
            <ac:picMk id="3" creationId="{88806C1F-847F-422B-93C4-F8C88553FFF3}"/>
          </ac:picMkLst>
        </pc:picChg>
        <pc:picChg chg="del">
          <ac:chgData name="Michelle" userId="6e7065e7-650b-428f-b6fc-876641a44ef9" providerId="ADAL" clId="{D68287FE-06EB-499D-B3CB-605884F32716}" dt="2020-07-24T03:32:52.310" v="853" actId="478"/>
          <ac:picMkLst>
            <pc:docMk/>
            <pc:sldMk cId="2082291580" sldId="264"/>
            <ac:picMk id="21" creationId="{B1A38534-2CD4-4949-8345-6EFFE98EC045}"/>
          </ac:picMkLst>
        </pc:picChg>
        <pc:cxnChg chg="mod">
          <ac:chgData name="Michelle" userId="6e7065e7-650b-428f-b6fc-876641a44ef9" providerId="ADAL" clId="{D68287FE-06EB-499D-B3CB-605884F32716}" dt="2020-07-24T03:47:24.292" v="915" actId="1036"/>
          <ac:cxnSpMkLst>
            <pc:docMk/>
            <pc:sldMk cId="2082291580" sldId="264"/>
            <ac:cxnSpMk id="12" creationId="{EEA00657-DD2C-4CC6-9433-3EFA4C345A7E}"/>
          </ac:cxnSpMkLst>
        </pc:cxnChg>
        <pc:cxnChg chg="mod">
          <ac:chgData name="Michelle" userId="6e7065e7-650b-428f-b6fc-876641a44ef9" providerId="ADAL" clId="{D68287FE-06EB-499D-B3CB-605884F32716}" dt="2020-07-24T03:47:24.292" v="915" actId="1036"/>
          <ac:cxnSpMkLst>
            <pc:docMk/>
            <pc:sldMk cId="2082291580" sldId="264"/>
            <ac:cxnSpMk id="15" creationId="{E70A3DDB-27BA-422B-8450-E1152E01CCC1}"/>
          </ac:cxnSpMkLst>
        </pc:cxnChg>
        <pc:cxnChg chg="mod">
          <ac:chgData name="Michelle" userId="6e7065e7-650b-428f-b6fc-876641a44ef9" providerId="ADAL" clId="{D68287FE-06EB-499D-B3CB-605884F32716}" dt="2020-07-24T03:47:24.292" v="915" actId="1036"/>
          <ac:cxnSpMkLst>
            <pc:docMk/>
            <pc:sldMk cId="2082291580" sldId="264"/>
            <ac:cxnSpMk id="16" creationId="{F4834469-7C33-474B-B010-3BD2460FCE75}"/>
          </ac:cxnSpMkLst>
        </pc:cxnChg>
      </pc:sldChg>
      <pc:sldChg chg="addSp delSp modSp add mod">
        <pc:chgData name="Michelle" userId="6e7065e7-650b-428f-b6fc-876641a44ef9" providerId="ADAL" clId="{D68287FE-06EB-499D-B3CB-605884F32716}" dt="2020-07-24T04:07:01.648" v="2434" actId="20577"/>
        <pc:sldMkLst>
          <pc:docMk/>
          <pc:sldMk cId="1743393617" sldId="265"/>
        </pc:sldMkLst>
        <pc:spChg chg="add del">
          <ac:chgData name="Michelle" userId="6e7065e7-650b-428f-b6fc-876641a44ef9" providerId="ADAL" clId="{D68287FE-06EB-499D-B3CB-605884F32716}" dt="2020-07-24T03:47:57.233" v="918" actId="21"/>
          <ac:spMkLst>
            <pc:docMk/>
            <pc:sldMk cId="1743393617" sldId="265"/>
            <ac:spMk id="2" creationId="{E781BF61-963D-4335-A10A-CCE61D43D2CB}"/>
          </ac:spMkLst>
        </pc:spChg>
        <pc:spChg chg="del mod">
          <ac:chgData name="Michelle" userId="6e7065e7-650b-428f-b6fc-876641a44ef9" providerId="ADAL" clId="{D68287FE-06EB-499D-B3CB-605884F32716}" dt="2020-07-24T03:59:02.193" v="2155" actId="478"/>
          <ac:spMkLst>
            <pc:docMk/>
            <pc:sldMk cId="1743393617" sldId="265"/>
            <ac:spMk id="4" creationId="{387BA2EA-ADCF-4816-84BA-B5DC65B599AB}"/>
          </ac:spMkLst>
        </pc:spChg>
        <pc:spChg chg="add mod">
          <ac:chgData name="Michelle" userId="6e7065e7-650b-428f-b6fc-876641a44ef9" providerId="ADAL" clId="{D68287FE-06EB-499D-B3CB-605884F32716}" dt="2020-07-24T04:01:57.482" v="2340" actId="1036"/>
          <ac:spMkLst>
            <pc:docMk/>
            <pc:sldMk cId="1743393617" sldId="265"/>
            <ac:spMk id="5" creationId="{DE92CD4A-5A4A-47B5-AB13-62A96D659AE1}"/>
          </ac:spMkLst>
        </pc:spChg>
        <pc:spChg chg="mod">
          <ac:chgData name="Michelle" userId="6e7065e7-650b-428f-b6fc-876641a44ef9" providerId="ADAL" clId="{D68287FE-06EB-499D-B3CB-605884F32716}" dt="2020-07-24T03:54:18.112" v="1545" actId="20577"/>
          <ac:spMkLst>
            <pc:docMk/>
            <pc:sldMk cId="1743393617" sldId="265"/>
            <ac:spMk id="6" creationId="{3813F4F9-610E-4665-95CD-3F705A988C16}"/>
          </ac:spMkLst>
        </pc:spChg>
        <pc:spChg chg="del">
          <ac:chgData name="Michelle" userId="6e7065e7-650b-428f-b6fc-876641a44ef9" providerId="ADAL" clId="{D68287FE-06EB-499D-B3CB-605884F32716}" dt="2020-07-24T03:54:21.604" v="1546" actId="478"/>
          <ac:spMkLst>
            <pc:docMk/>
            <pc:sldMk cId="1743393617" sldId="265"/>
            <ac:spMk id="8" creationId="{1B9CA6C6-46A4-4168-B32F-FF22DF84B9F3}"/>
          </ac:spMkLst>
        </pc:spChg>
        <pc:spChg chg="add mod">
          <ac:chgData name="Michelle" userId="6e7065e7-650b-428f-b6fc-876641a44ef9" providerId="ADAL" clId="{D68287FE-06EB-499D-B3CB-605884F32716}" dt="2020-07-24T04:02:22.738" v="2359" actId="1038"/>
          <ac:spMkLst>
            <pc:docMk/>
            <pc:sldMk cId="1743393617" sldId="265"/>
            <ac:spMk id="14" creationId="{C8360AF8-3948-4E6F-901E-365209087A01}"/>
          </ac:spMkLst>
        </pc:spChg>
        <pc:spChg chg="del">
          <ac:chgData name="Michelle" userId="6e7065e7-650b-428f-b6fc-876641a44ef9" providerId="ADAL" clId="{D68287FE-06EB-499D-B3CB-605884F32716}" dt="2020-07-24T03:54:23.534" v="1547" actId="478"/>
          <ac:spMkLst>
            <pc:docMk/>
            <pc:sldMk cId="1743393617" sldId="265"/>
            <ac:spMk id="17" creationId="{7A11A817-9440-4D89-B210-3C788CD64BC6}"/>
          </ac:spMkLst>
        </pc:spChg>
        <pc:spChg chg="mod">
          <ac:chgData name="Michelle" userId="6e7065e7-650b-428f-b6fc-876641a44ef9" providerId="ADAL" clId="{D68287FE-06EB-499D-B3CB-605884F32716}" dt="2020-07-24T04:07:01.648" v="2434" actId="20577"/>
          <ac:spMkLst>
            <pc:docMk/>
            <pc:sldMk cId="1743393617" sldId="265"/>
            <ac:spMk id="19" creationId="{171F1F4E-1729-4C77-9FB1-51DBB7BB474E}"/>
          </ac:spMkLst>
        </pc:spChg>
        <pc:picChg chg="mod">
          <ac:chgData name="Michelle" userId="6e7065e7-650b-428f-b6fc-876641a44ef9" providerId="ADAL" clId="{D68287FE-06EB-499D-B3CB-605884F32716}" dt="2020-07-24T04:01:57.482" v="2340" actId="1036"/>
          <ac:picMkLst>
            <pc:docMk/>
            <pc:sldMk cId="1743393617" sldId="265"/>
            <ac:picMk id="3" creationId="{88806C1F-847F-422B-93C4-F8C88553FFF3}"/>
          </ac:picMkLst>
        </pc:picChg>
        <pc:cxnChg chg="del mod">
          <ac:chgData name="Michelle" userId="6e7065e7-650b-428f-b6fc-876641a44ef9" providerId="ADAL" clId="{D68287FE-06EB-499D-B3CB-605884F32716}" dt="2020-07-24T04:00:04.550" v="2309" actId="478"/>
          <ac:cxnSpMkLst>
            <pc:docMk/>
            <pc:sldMk cId="1743393617" sldId="265"/>
            <ac:cxnSpMk id="12" creationId="{EEA00657-DD2C-4CC6-9433-3EFA4C345A7E}"/>
          </ac:cxnSpMkLst>
        </pc:cxnChg>
        <pc:cxnChg chg="del mod">
          <ac:chgData name="Michelle" userId="6e7065e7-650b-428f-b6fc-876641a44ef9" providerId="ADAL" clId="{D68287FE-06EB-499D-B3CB-605884F32716}" dt="2020-07-24T04:00:30.675" v="2316" actId="478"/>
          <ac:cxnSpMkLst>
            <pc:docMk/>
            <pc:sldMk cId="1743393617" sldId="265"/>
            <ac:cxnSpMk id="15" creationId="{E70A3DDB-27BA-422B-8450-E1152E01CCC1}"/>
          </ac:cxnSpMkLst>
        </pc:cxnChg>
        <pc:cxnChg chg="mod">
          <ac:chgData name="Michelle" userId="6e7065e7-650b-428f-b6fc-876641a44ef9" providerId="ADAL" clId="{D68287FE-06EB-499D-B3CB-605884F32716}" dt="2020-07-24T04:01:57.482" v="2340" actId="1036"/>
          <ac:cxnSpMkLst>
            <pc:docMk/>
            <pc:sldMk cId="1743393617" sldId="265"/>
            <ac:cxnSpMk id="16" creationId="{F4834469-7C33-474B-B010-3BD2460FCE75}"/>
          </ac:cxnSpMkLst>
        </pc:cxnChg>
        <pc:cxnChg chg="add mod">
          <ac:chgData name="Michelle" userId="6e7065e7-650b-428f-b6fc-876641a44ef9" providerId="ADAL" clId="{D68287FE-06EB-499D-B3CB-605884F32716}" dt="2020-07-24T04:01:57.482" v="2340" actId="1036"/>
          <ac:cxnSpMkLst>
            <pc:docMk/>
            <pc:sldMk cId="1743393617" sldId="265"/>
            <ac:cxnSpMk id="18" creationId="{54803105-4E86-4044-BDA2-13CB17AC6DE1}"/>
          </ac:cxnSpMkLst>
        </pc:cxnChg>
        <pc:cxnChg chg="add mod">
          <ac:chgData name="Michelle" userId="6e7065e7-650b-428f-b6fc-876641a44ef9" providerId="ADAL" clId="{D68287FE-06EB-499D-B3CB-605884F32716}" dt="2020-07-24T04:02:07.737" v="2344" actId="1038"/>
          <ac:cxnSpMkLst>
            <pc:docMk/>
            <pc:sldMk cId="1743393617" sldId="265"/>
            <ac:cxnSpMk id="20" creationId="{0BCECDC8-4865-4E23-B50A-A86A3C4BF634}"/>
          </ac:cxnSpMkLst>
        </pc:cxnChg>
        <pc:cxnChg chg="add mod">
          <ac:chgData name="Michelle" userId="6e7065e7-650b-428f-b6fc-876641a44ef9" providerId="ADAL" clId="{D68287FE-06EB-499D-B3CB-605884F32716}" dt="2020-07-24T04:02:07.737" v="2344" actId="1038"/>
          <ac:cxnSpMkLst>
            <pc:docMk/>
            <pc:sldMk cId="1743393617" sldId="265"/>
            <ac:cxnSpMk id="21" creationId="{8F425533-A773-444A-BDE3-D52559A00452}"/>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A9E78-5C41-4139-9083-173F761F00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D6BE98-19A6-4101-98A8-2D79546A41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8A3214D-E475-48F8-8437-52A0877E2608}"/>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5" name="Footer Placeholder 4">
            <a:extLst>
              <a:ext uri="{FF2B5EF4-FFF2-40B4-BE49-F238E27FC236}">
                <a16:creationId xmlns:a16="http://schemas.microsoft.com/office/drawing/2014/main" id="{8922EEAD-EA7C-4B55-A885-E1B7E1FAD7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56EFEE-2A95-4958-835D-EFAA674B50D4}"/>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34425054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F59D2E-B569-4A75-8F66-AFE9EA243B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723C85-C724-4C55-8757-01CA5E4F8CD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ACC6D7-6946-40D3-A9E7-F88B42280464}"/>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5" name="Footer Placeholder 4">
            <a:extLst>
              <a:ext uri="{FF2B5EF4-FFF2-40B4-BE49-F238E27FC236}">
                <a16:creationId xmlns:a16="http://schemas.microsoft.com/office/drawing/2014/main" id="{6AFDE19A-8971-41A9-98A7-70FD10AB52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E6D3B7-7DEA-44A1-8C92-02AFB7498DB4}"/>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776170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62EB9-E8AB-4C69-A6D2-974783DD20B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C62DE24-7B2C-4A6E-A4B1-D642B598B33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830BC1E-5865-4387-AC6C-53F803C2D889}"/>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5" name="Footer Placeholder 4">
            <a:extLst>
              <a:ext uri="{FF2B5EF4-FFF2-40B4-BE49-F238E27FC236}">
                <a16:creationId xmlns:a16="http://schemas.microsoft.com/office/drawing/2014/main" id="{DE04F3D2-6794-46B3-8566-3BE88FE19B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2E8291-4885-44B6-A323-9196E64A8F02}"/>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4086175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C89B-7162-4A2A-812F-B85A5BA3A7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25B78AA-83B4-465C-AA63-46006DD7C50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EBEAB7D-179F-4D59-A279-BE9F8D548B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E72942C-D363-4F2C-9739-EA78B57F206F}"/>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6" name="Footer Placeholder 5">
            <a:extLst>
              <a:ext uri="{FF2B5EF4-FFF2-40B4-BE49-F238E27FC236}">
                <a16:creationId xmlns:a16="http://schemas.microsoft.com/office/drawing/2014/main" id="{57E339B6-4B5C-453C-8564-E912367C12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483B25-60A3-4F68-A0CE-70B57D7BA96B}"/>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3542238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BBB01-EDFE-44DD-AFF7-24D9175514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67E40D7-B119-473D-9085-0FF9A01F40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75AFE85-B953-4B3B-8731-BD252D926E1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5F9E2A-9A44-47FF-A965-C4D05CAA2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6760C0-4076-403A-A69D-7921BC9FBC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EDAE647-8A03-4FDF-B791-F7F09AB817B3}"/>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8" name="Footer Placeholder 7">
            <a:extLst>
              <a:ext uri="{FF2B5EF4-FFF2-40B4-BE49-F238E27FC236}">
                <a16:creationId xmlns:a16="http://schemas.microsoft.com/office/drawing/2014/main" id="{10EFE7C2-497C-49A1-8091-83D35F1980A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01BC5D5-C05F-458B-9551-F427B62AB4D1}"/>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2979517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16112-C132-4E2D-A6AF-AC290BD719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70C18F-0406-4562-A513-C3E56801E48E}"/>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4" name="Footer Placeholder 3">
            <a:extLst>
              <a:ext uri="{FF2B5EF4-FFF2-40B4-BE49-F238E27FC236}">
                <a16:creationId xmlns:a16="http://schemas.microsoft.com/office/drawing/2014/main" id="{BC77491C-9E7D-46E8-947F-06B87A57BA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88D7C5-995F-4870-B304-760FA81F92D9}"/>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14043588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FC20AC-649A-437A-8C4E-3FCC189DC54C}"/>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3" name="Footer Placeholder 2">
            <a:extLst>
              <a:ext uri="{FF2B5EF4-FFF2-40B4-BE49-F238E27FC236}">
                <a16:creationId xmlns:a16="http://schemas.microsoft.com/office/drawing/2014/main" id="{9FD2CD48-2D31-4A99-A9E1-A94045FC00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DF7853-2086-444A-A4BE-F9B20995A917}"/>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33674785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9EDF0-DD70-4DBB-ABA4-99341450C5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9BF7A52-ADAF-4F2C-ADB0-2BD8AF158E3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6E1141-2548-4B9D-8184-95A34D771D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03FE6E-5407-4211-9F59-82D0922BF78F}"/>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6" name="Footer Placeholder 5">
            <a:extLst>
              <a:ext uri="{FF2B5EF4-FFF2-40B4-BE49-F238E27FC236}">
                <a16:creationId xmlns:a16="http://schemas.microsoft.com/office/drawing/2014/main" id="{A784E64E-E197-4170-BCB6-59293D52B1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211B0F-C6C3-4251-8D10-2300AF8A42AE}"/>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3992187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0ED63-168E-4BAE-A509-A0C2E3E38E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F7673F1-D878-461E-BDD3-D5EE5DEDAC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8A4D1B6-2ACB-41F5-935C-ADE4985EF3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3DDCFD-0683-4D76-9415-337CBEBAEBAB}"/>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6" name="Footer Placeholder 5">
            <a:extLst>
              <a:ext uri="{FF2B5EF4-FFF2-40B4-BE49-F238E27FC236}">
                <a16:creationId xmlns:a16="http://schemas.microsoft.com/office/drawing/2014/main" id="{E82043A3-101A-43F6-9226-A12AEB3FB51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AF76D7-C6DB-4D60-A311-755DAFD46E99}"/>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16755074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D2BFB-A02E-4088-9130-B8FFFAB251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F66590-64C6-484C-83D1-1D48CFB6A9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2298A5-B40B-4F1B-8BF7-B6960A2BD282}"/>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5" name="Footer Placeholder 4">
            <a:extLst>
              <a:ext uri="{FF2B5EF4-FFF2-40B4-BE49-F238E27FC236}">
                <a16:creationId xmlns:a16="http://schemas.microsoft.com/office/drawing/2014/main" id="{187E4D06-CE8B-4EB9-A8CF-D07454B81A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98BCCA-494E-4F89-B71A-2EB517720E49}"/>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25456730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DAD06AA-A91A-435A-BCA0-4A7A83CE01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A1C21F4-A015-4B35-90D9-C23D083F06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F63626-F075-4B15-9BB5-05A74A6E143C}"/>
              </a:ext>
            </a:extLst>
          </p:cNvPr>
          <p:cNvSpPr>
            <a:spLocks noGrp="1"/>
          </p:cNvSpPr>
          <p:nvPr>
            <p:ph type="dt" sz="half" idx="10"/>
          </p:nvPr>
        </p:nvSpPr>
        <p:spPr/>
        <p:txBody>
          <a:bodyPr/>
          <a:lstStyle/>
          <a:p>
            <a:fld id="{633BD4E2-D248-4F04-A821-D559CD6A1172}" type="datetimeFigureOut">
              <a:rPr lang="en-US" smtClean="0"/>
              <a:t>7/23/2020</a:t>
            </a:fld>
            <a:endParaRPr lang="en-US"/>
          </a:p>
        </p:txBody>
      </p:sp>
      <p:sp>
        <p:nvSpPr>
          <p:cNvPr id="5" name="Footer Placeholder 4">
            <a:extLst>
              <a:ext uri="{FF2B5EF4-FFF2-40B4-BE49-F238E27FC236}">
                <a16:creationId xmlns:a16="http://schemas.microsoft.com/office/drawing/2014/main" id="{B5AD4F9F-1CA0-4413-8E61-AD69A7AE4C3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B0FBE4-269A-4563-BCE2-CA067DC9170D}"/>
              </a:ext>
            </a:extLst>
          </p:cNvPr>
          <p:cNvSpPr>
            <a:spLocks noGrp="1"/>
          </p:cNvSpPr>
          <p:nvPr>
            <p:ph type="sldNum" sz="quarter" idx="12"/>
          </p:nvPr>
        </p:nvSpPr>
        <p:spPr/>
        <p:txBody>
          <a:bodyPr/>
          <a:lstStyle/>
          <a:p>
            <a:fld id="{AAB86686-7B0D-4E81-A637-C46D92E081FC}" type="slidenum">
              <a:rPr lang="en-US" smtClean="0"/>
              <a:t>‹#›</a:t>
            </a:fld>
            <a:endParaRPr lang="en-US"/>
          </a:p>
        </p:txBody>
      </p:sp>
    </p:spTree>
    <p:extLst>
      <p:ext uri="{BB962C8B-B14F-4D97-AF65-F5344CB8AC3E}">
        <p14:creationId xmlns:p14="http://schemas.microsoft.com/office/powerpoint/2010/main" val="586696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4754AF0-4528-40DE-ADD8-69277A002A5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A6F3EEA-B42D-4571-AB8A-19FE9D0551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A82AB2-3175-4B2A-A56E-A98EAB33F35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3BD4E2-D248-4F04-A821-D559CD6A1172}" type="datetimeFigureOut">
              <a:rPr lang="en-US" smtClean="0"/>
              <a:t>7/23/2020</a:t>
            </a:fld>
            <a:endParaRPr lang="en-US"/>
          </a:p>
        </p:txBody>
      </p:sp>
      <p:sp>
        <p:nvSpPr>
          <p:cNvPr id="5" name="Footer Placeholder 4">
            <a:extLst>
              <a:ext uri="{FF2B5EF4-FFF2-40B4-BE49-F238E27FC236}">
                <a16:creationId xmlns:a16="http://schemas.microsoft.com/office/drawing/2014/main" id="{A405866E-ABD4-47A6-AC54-D7D9A63FD7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EFF925-29D8-4108-98B0-03850DFB891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B86686-7B0D-4E81-A637-C46D92E081FC}" type="slidenum">
              <a:rPr lang="en-US" smtClean="0"/>
              <a:t>‹#›</a:t>
            </a:fld>
            <a:endParaRPr lang="en-US"/>
          </a:p>
        </p:txBody>
      </p:sp>
    </p:spTree>
    <p:extLst>
      <p:ext uri="{BB962C8B-B14F-4D97-AF65-F5344CB8AC3E}">
        <p14:creationId xmlns:p14="http://schemas.microsoft.com/office/powerpoint/2010/main" val="4125823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imgt.org/gened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removelinebreaks.net/"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1A87D-8814-4FF9-A1C8-0ABA6169E1F3}"/>
              </a:ext>
            </a:extLst>
          </p:cNvPr>
          <p:cNvSpPr>
            <a:spLocks noGrp="1"/>
          </p:cNvSpPr>
          <p:nvPr>
            <p:ph type="ctrTitle"/>
          </p:nvPr>
        </p:nvSpPr>
        <p:spPr/>
        <p:txBody>
          <a:bodyPr>
            <a:normAutofit/>
          </a:bodyPr>
          <a:lstStyle/>
          <a:p>
            <a:r>
              <a:rPr lang="en-US" sz="3600" dirty="0"/>
              <a:t>TCR reconstruction from Adaptive Sequencing</a:t>
            </a:r>
          </a:p>
        </p:txBody>
      </p:sp>
      <p:sp>
        <p:nvSpPr>
          <p:cNvPr id="3" name="Subtitle 2">
            <a:extLst>
              <a:ext uri="{FF2B5EF4-FFF2-40B4-BE49-F238E27FC236}">
                <a16:creationId xmlns:a16="http://schemas.microsoft.com/office/drawing/2014/main" id="{A9E6E8E7-8612-4EE7-8849-84EEB965B5D1}"/>
              </a:ext>
            </a:extLst>
          </p:cNvPr>
          <p:cNvSpPr>
            <a:spLocks noGrp="1"/>
          </p:cNvSpPr>
          <p:nvPr>
            <p:ph type="subTitle" idx="1"/>
          </p:nvPr>
        </p:nvSpPr>
        <p:spPr/>
        <p:txBody>
          <a:bodyPr/>
          <a:lstStyle/>
          <a:p>
            <a:r>
              <a:rPr lang="en-US" dirty="0"/>
              <a:t>Prepared by: Michelle Brault</a:t>
            </a:r>
          </a:p>
        </p:txBody>
      </p:sp>
    </p:spTree>
    <p:extLst>
      <p:ext uri="{BB962C8B-B14F-4D97-AF65-F5344CB8AC3E}">
        <p14:creationId xmlns:p14="http://schemas.microsoft.com/office/powerpoint/2010/main" val="1704943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B9B42-C06C-4B8F-8CB1-12384994BF25}"/>
              </a:ext>
            </a:extLst>
          </p:cNvPr>
          <p:cNvSpPr>
            <a:spLocks noGrp="1"/>
          </p:cNvSpPr>
          <p:nvPr>
            <p:ph type="title"/>
          </p:nvPr>
        </p:nvSpPr>
        <p:spPr>
          <a:xfrm>
            <a:off x="838200" y="53551"/>
            <a:ext cx="10515600" cy="1325563"/>
          </a:xfrm>
        </p:spPr>
        <p:txBody>
          <a:bodyPr>
            <a:normAutofit/>
          </a:bodyPr>
          <a:lstStyle/>
          <a:p>
            <a:r>
              <a:rPr lang="en-US" sz="3200" dirty="0"/>
              <a:t>Step 1: Go to IMGT Gene (</a:t>
            </a:r>
            <a:r>
              <a:rPr lang="en-US" sz="3200" dirty="0">
                <a:hlinkClick r:id="rId2"/>
              </a:rPr>
              <a:t>http://www.imgt.org/genedb/</a:t>
            </a:r>
            <a:r>
              <a:rPr lang="en-US" sz="3200" dirty="0"/>
              <a:t>)</a:t>
            </a:r>
          </a:p>
        </p:txBody>
      </p:sp>
      <p:pic>
        <p:nvPicPr>
          <p:cNvPr id="5" name="Picture 4">
            <a:extLst>
              <a:ext uri="{FF2B5EF4-FFF2-40B4-BE49-F238E27FC236}">
                <a16:creationId xmlns:a16="http://schemas.microsoft.com/office/drawing/2014/main" id="{96374471-6FBF-482C-8577-117618604A85}"/>
              </a:ext>
            </a:extLst>
          </p:cNvPr>
          <p:cNvPicPr>
            <a:picLocks noChangeAspect="1"/>
          </p:cNvPicPr>
          <p:nvPr/>
        </p:nvPicPr>
        <p:blipFill>
          <a:blip r:embed="rId3"/>
          <a:stretch>
            <a:fillRect/>
          </a:stretch>
        </p:blipFill>
        <p:spPr>
          <a:xfrm>
            <a:off x="1529080" y="1284473"/>
            <a:ext cx="9264047" cy="5289048"/>
          </a:xfrm>
          <a:prstGeom prst="rect">
            <a:avLst/>
          </a:prstGeom>
        </p:spPr>
      </p:pic>
      <p:sp>
        <p:nvSpPr>
          <p:cNvPr id="8" name="TextBox 7">
            <a:extLst>
              <a:ext uri="{FF2B5EF4-FFF2-40B4-BE49-F238E27FC236}">
                <a16:creationId xmlns:a16="http://schemas.microsoft.com/office/drawing/2014/main" id="{6E951B59-A371-4FAD-85EF-C671394B0C72}"/>
              </a:ext>
            </a:extLst>
          </p:cNvPr>
          <p:cNvSpPr txBox="1"/>
          <p:nvPr/>
        </p:nvSpPr>
        <p:spPr>
          <a:xfrm>
            <a:off x="4260426" y="1369880"/>
            <a:ext cx="3515360" cy="369332"/>
          </a:xfrm>
          <a:prstGeom prst="rect">
            <a:avLst/>
          </a:prstGeom>
          <a:noFill/>
        </p:spPr>
        <p:txBody>
          <a:bodyPr wrap="square" rtlCol="0">
            <a:spAutoFit/>
          </a:bodyPr>
          <a:lstStyle/>
          <a:p>
            <a:r>
              <a:rPr lang="en-US" b="1" dirty="0"/>
              <a:t>The page should look like this! </a:t>
            </a:r>
          </a:p>
        </p:txBody>
      </p:sp>
    </p:spTree>
    <p:extLst>
      <p:ext uri="{BB962C8B-B14F-4D97-AF65-F5344CB8AC3E}">
        <p14:creationId xmlns:p14="http://schemas.microsoft.com/office/powerpoint/2010/main" val="3758198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468934C-D375-4860-8E49-4FA48EA267C7}"/>
              </a:ext>
            </a:extLst>
          </p:cNvPr>
          <p:cNvPicPr>
            <a:picLocks noGrp="1" noChangeAspect="1"/>
          </p:cNvPicPr>
          <p:nvPr>
            <p:ph idx="1"/>
          </p:nvPr>
        </p:nvPicPr>
        <p:blipFill>
          <a:blip r:embed="rId2"/>
          <a:stretch>
            <a:fillRect/>
          </a:stretch>
        </p:blipFill>
        <p:spPr>
          <a:xfrm>
            <a:off x="838200" y="1286933"/>
            <a:ext cx="10349047" cy="5011949"/>
          </a:xfrm>
        </p:spPr>
      </p:pic>
      <p:sp>
        <p:nvSpPr>
          <p:cNvPr id="6" name="Title 1">
            <a:extLst>
              <a:ext uri="{FF2B5EF4-FFF2-40B4-BE49-F238E27FC236}">
                <a16:creationId xmlns:a16="http://schemas.microsoft.com/office/drawing/2014/main" id="{3813F4F9-610E-4665-95CD-3F705A988C16}"/>
              </a:ext>
            </a:extLst>
          </p:cNvPr>
          <p:cNvSpPr txBox="1">
            <a:spLocks/>
          </p:cNvSpPr>
          <p:nvPr/>
        </p:nvSpPr>
        <p:spPr>
          <a:xfrm>
            <a:off x="838200" y="535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Step 2: Put in the correct identifiers</a:t>
            </a:r>
          </a:p>
        </p:txBody>
      </p:sp>
      <p:sp>
        <p:nvSpPr>
          <p:cNvPr id="8" name="TextBox 7">
            <a:extLst>
              <a:ext uri="{FF2B5EF4-FFF2-40B4-BE49-F238E27FC236}">
                <a16:creationId xmlns:a16="http://schemas.microsoft.com/office/drawing/2014/main" id="{1B9CA6C6-46A4-4168-B32F-FF22DF84B9F3}"/>
              </a:ext>
            </a:extLst>
          </p:cNvPr>
          <p:cNvSpPr txBox="1"/>
          <p:nvPr/>
        </p:nvSpPr>
        <p:spPr>
          <a:xfrm>
            <a:off x="277706" y="1379114"/>
            <a:ext cx="2323254" cy="1477328"/>
          </a:xfrm>
          <a:prstGeom prst="rect">
            <a:avLst/>
          </a:prstGeom>
          <a:noFill/>
        </p:spPr>
        <p:txBody>
          <a:bodyPr wrap="square" rtlCol="0">
            <a:spAutoFit/>
          </a:bodyPr>
          <a:lstStyle/>
          <a:p>
            <a:r>
              <a:rPr lang="en-US" dirty="0"/>
              <a:t>For gene type, it will be “Variable” for V regions and “Joining” for J regions. We will start with V regions.</a:t>
            </a:r>
          </a:p>
        </p:txBody>
      </p:sp>
      <p:sp>
        <p:nvSpPr>
          <p:cNvPr id="9" name="Oval 8">
            <a:extLst>
              <a:ext uri="{FF2B5EF4-FFF2-40B4-BE49-F238E27FC236}">
                <a16:creationId xmlns:a16="http://schemas.microsoft.com/office/drawing/2014/main" id="{059A9513-B83F-4206-8CD2-13469FD2EB64}"/>
              </a:ext>
            </a:extLst>
          </p:cNvPr>
          <p:cNvSpPr/>
          <p:nvPr/>
        </p:nvSpPr>
        <p:spPr>
          <a:xfrm>
            <a:off x="3020907" y="3278293"/>
            <a:ext cx="1476586" cy="284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09180BB8-0029-47C3-B0B5-FD10CF08EE8A}"/>
              </a:ext>
            </a:extLst>
          </p:cNvPr>
          <p:cNvSpPr/>
          <p:nvPr/>
        </p:nvSpPr>
        <p:spPr>
          <a:xfrm>
            <a:off x="7027877" y="3288453"/>
            <a:ext cx="1621670" cy="284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D533B43-0F41-4AB1-9215-3D4AAA8189E5}"/>
              </a:ext>
            </a:extLst>
          </p:cNvPr>
          <p:cNvSpPr/>
          <p:nvPr/>
        </p:nvSpPr>
        <p:spPr>
          <a:xfrm>
            <a:off x="2787227" y="3725175"/>
            <a:ext cx="1476586" cy="284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E55A2E-B236-4CE5-A9A4-0E192CFF69D6}"/>
              </a:ext>
            </a:extLst>
          </p:cNvPr>
          <p:cNvCxnSpPr/>
          <p:nvPr/>
        </p:nvCxnSpPr>
        <p:spPr>
          <a:xfrm>
            <a:off x="1503680" y="2892213"/>
            <a:ext cx="1517227" cy="7518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FD784627-DF3A-4AD3-B78B-CBBAB383A9EA}"/>
              </a:ext>
            </a:extLst>
          </p:cNvPr>
          <p:cNvSpPr/>
          <p:nvPr/>
        </p:nvSpPr>
        <p:spPr>
          <a:xfrm>
            <a:off x="5445762" y="6014402"/>
            <a:ext cx="724746" cy="284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D93E220-7C2D-44EC-A6E0-960E08E7497A}"/>
              </a:ext>
            </a:extLst>
          </p:cNvPr>
          <p:cNvSpPr txBox="1"/>
          <p:nvPr/>
        </p:nvSpPr>
        <p:spPr>
          <a:xfrm>
            <a:off x="4839244" y="5138787"/>
            <a:ext cx="4287520" cy="646331"/>
          </a:xfrm>
          <a:prstGeom prst="rect">
            <a:avLst/>
          </a:prstGeom>
          <a:noFill/>
        </p:spPr>
        <p:txBody>
          <a:bodyPr wrap="square" rtlCol="0">
            <a:spAutoFit/>
          </a:bodyPr>
          <a:lstStyle/>
          <a:p>
            <a:r>
              <a:rPr lang="en-US" sz="1200" dirty="0"/>
              <a:t>You can attempt to search for your specific gene, like “TRAV13-01” but often the gene name will be slightly off and give you no results. I recommend leaving it blank.</a:t>
            </a:r>
          </a:p>
        </p:txBody>
      </p:sp>
      <p:cxnSp>
        <p:nvCxnSpPr>
          <p:cNvPr id="19" name="Straight Arrow Connector 18">
            <a:extLst>
              <a:ext uri="{FF2B5EF4-FFF2-40B4-BE49-F238E27FC236}">
                <a16:creationId xmlns:a16="http://schemas.microsoft.com/office/drawing/2014/main" id="{7A4A1F74-87A4-42BC-8B1E-65ABA100F949}"/>
              </a:ext>
            </a:extLst>
          </p:cNvPr>
          <p:cNvCxnSpPr>
            <a:cxnSpLocks/>
          </p:cNvCxnSpPr>
          <p:nvPr/>
        </p:nvCxnSpPr>
        <p:spPr>
          <a:xfrm flipH="1">
            <a:off x="4213013" y="5309709"/>
            <a:ext cx="626231" cy="28845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84768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E8D5CB7-30C2-4C01-90A2-ED78CE43E6D7}"/>
              </a:ext>
            </a:extLst>
          </p:cNvPr>
          <p:cNvPicPr>
            <a:picLocks noChangeAspect="1"/>
          </p:cNvPicPr>
          <p:nvPr/>
        </p:nvPicPr>
        <p:blipFill>
          <a:blip r:embed="rId2"/>
          <a:stretch>
            <a:fillRect/>
          </a:stretch>
        </p:blipFill>
        <p:spPr>
          <a:xfrm>
            <a:off x="2649108" y="1166389"/>
            <a:ext cx="9265186" cy="5385860"/>
          </a:xfrm>
          <a:prstGeom prst="rect">
            <a:avLst/>
          </a:prstGeom>
        </p:spPr>
      </p:pic>
      <p:sp>
        <p:nvSpPr>
          <p:cNvPr id="6" name="Title 1">
            <a:extLst>
              <a:ext uri="{FF2B5EF4-FFF2-40B4-BE49-F238E27FC236}">
                <a16:creationId xmlns:a16="http://schemas.microsoft.com/office/drawing/2014/main" id="{3813F4F9-610E-4665-95CD-3F705A988C16}"/>
              </a:ext>
            </a:extLst>
          </p:cNvPr>
          <p:cNvSpPr txBox="1">
            <a:spLocks/>
          </p:cNvSpPr>
          <p:nvPr/>
        </p:nvSpPr>
        <p:spPr>
          <a:xfrm>
            <a:off x="838200" y="535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Step 3: Find your V regions</a:t>
            </a:r>
          </a:p>
        </p:txBody>
      </p:sp>
      <p:sp>
        <p:nvSpPr>
          <p:cNvPr id="8" name="TextBox 7">
            <a:extLst>
              <a:ext uri="{FF2B5EF4-FFF2-40B4-BE49-F238E27FC236}">
                <a16:creationId xmlns:a16="http://schemas.microsoft.com/office/drawing/2014/main" id="{1B9CA6C6-46A4-4168-B32F-FF22DF84B9F3}"/>
              </a:ext>
            </a:extLst>
          </p:cNvPr>
          <p:cNvSpPr txBox="1"/>
          <p:nvPr/>
        </p:nvSpPr>
        <p:spPr>
          <a:xfrm>
            <a:off x="196426" y="1259468"/>
            <a:ext cx="2323254" cy="4801314"/>
          </a:xfrm>
          <a:prstGeom prst="rect">
            <a:avLst/>
          </a:prstGeom>
          <a:noFill/>
        </p:spPr>
        <p:txBody>
          <a:bodyPr wrap="square" rtlCol="0">
            <a:spAutoFit/>
          </a:bodyPr>
          <a:lstStyle/>
          <a:p>
            <a:r>
              <a:rPr lang="en-US" dirty="0"/>
              <a:t>You will get a list of all variable regions for both alpha and beta chains. Find your V regions for each chain but BE SURE NOT TO MIX THEM UP!! </a:t>
            </a:r>
          </a:p>
          <a:p>
            <a:endParaRPr lang="en-US" dirty="0"/>
          </a:p>
          <a:p>
            <a:r>
              <a:rPr lang="en-US" dirty="0"/>
              <a:t>TRAV is an alpha V region. </a:t>
            </a:r>
          </a:p>
          <a:p>
            <a:endParaRPr lang="en-US" dirty="0"/>
          </a:p>
          <a:p>
            <a:r>
              <a:rPr lang="en-US" dirty="0"/>
              <a:t>TRBV is a beta V region. </a:t>
            </a:r>
          </a:p>
          <a:p>
            <a:endParaRPr lang="en-US" dirty="0"/>
          </a:p>
          <a:p>
            <a:r>
              <a:rPr lang="en-US" dirty="0"/>
              <a:t>Click the box of the regions you’d like to get a sequence for.</a:t>
            </a:r>
          </a:p>
        </p:txBody>
      </p:sp>
      <p:sp>
        <p:nvSpPr>
          <p:cNvPr id="11" name="Oval 10">
            <a:extLst>
              <a:ext uri="{FF2B5EF4-FFF2-40B4-BE49-F238E27FC236}">
                <a16:creationId xmlns:a16="http://schemas.microsoft.com/office/drawing/2014/main" id="{09180BB8-0029-47C3-B0B5-FD10CF08EE8A}"/>
              </a:ext>
            </a:extLst>
          </p:cNvPr>
          <p:cNvSpPr/>
          <p:nvPr/>
        </p:nvSpPr>
        <p:spPr>
          <a:xfrm>
            <a:off x="2572493" y="5189641"/>
            <a:ext cx="390409" cy="284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D533B43-0F41-4AB1-9215-3D4AAA8189E5}"/>
              </a:ext>
            </a:extLst>
          </p:cNvPr>
          <p:cNvSpPr/>
          <p:nvPr/>
        </p:nvSpPr>
        <p:spPr>
          <a:xfrm rot="5400000">
            <a:off x="2129617" y="4603173"/>
            <a:ext cx="3189837" cy="895678"/>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E55A2E-B236-4CE5-A9A4-0E192CFF69D6}"/>
              </a:ext>
            </a:extLst>
          </p:cNvPr>
          <p:cNvCxnSpPr/>
          <p:nvPr/>
        </p:nvCxnSpPr>
        <p:spPr>
          <a:xfrm>
            <a:off x="1825781" y="4018067"/>
            <a:ext cx="1517227" cy="75184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97E013F-04C3-4563-8A5A-A2C07339691C}"/>
              </a:ext>
            </a:extLst>
          </p:cNvPr>
          <p:cNvCxnSpPr>
            <a:cxnSpLocks/>
          </p:cNvCxnSpPr>
          <p:nvPr/>
        </p:nvCxnSpPr>
        <p:spPr>
          <a:xfrm>
            <a:off x="2158393" y="5331881"/>
            <a:ext cx="361287" cy="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D807CD6-0DD2-4090-A3E4-1DB40B85AFB4}"/>
              </a:ext>
            </a:extLst>
          </p:cNvPr>
          <p:cNvSpPr txBox="1"/>
          <p:nvPr/>
        </p:nvSpPr>
        <p:spPr>
          <a:xfrm>
            <a:off x="4775200" y="1878994"/>
            <a:ext cx="5757333" cy="1077218"/>
          </a:xfrm>
          <a:prstGeom prst="rect">
            <a:avLst/>
          </a:prstGeom>
          <a:noFill/>
        </p:spPr>
        <p:txBody>
          <a:bodyPr wrap="square" rtlCol="0">
            <a:spAutoFit/>
          </a:bodyPr>
          <a:lstStyle/>
          <a:p>
            <a:r>
              <a:rPr lang="en-US" sz="1600" dirty="0"/>
              <a:t>Note: Some genes have a dashed number, and some do not (e.g. TRAV1-1 vs TRAV10). Adaptive might give you a dashed number, but if that’s not available on the list, click the undashed one that corresponds to it (e.g. if you want TRAV10-1, click TRAV10)</a:t>
            </a:r>
          </a:p>
        </p:txBody>
      </p:sp>
    </p:spTree>
    <p:extLst>
      <p:ext uri="{BB962C8B-B14F-4D97-AF65-F5344CB8AC3E}">
        <p14:creationId xmlns:p14="http://schemas.microsoft.com/office/powerpoint/2010/main" val="1852112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ABA71E-AC54-4662-8748-C0079DFC8751}"/>
              </a:ext>
            </a:extLst>
          </p:cNvPr>
          <p:cNvPicPr>
            <a:picLocks noChangeAspect="1"/>
          </p:cNvPicPr>
          <p:nvPr/>
        </p:nvPicPr>
        <p:blipFill>
          <a:blip r:embed="rId2"/>
          <a:stretch>
            <a:fillRect/>
          </a:stretch>
        </p:blipFill>
        <p:spPr>
          <a:xfrm>
            <a:off x="2519680" y="1259468"/>
            <a:ext cx="9624377" cy="5478886"/>
          </a:xfrm>
          <a:prstGeom prst="rect">
            <a:avLst/>
          </a:prstGeom>
        </p:spPr>
      </p:pic>
      <p:sp>
        <p:nvSpPr>
          <p:cNvPr id="6" name="Title 1">
            <a:extLst>
              <a:ext uri="{FF2B5EF4-FFF2-40B4-BE49-F238E27FC236}">
                <a16:creationId xmlns:a16="http://schemas.microsoft.com/office/drawing/2014/main" id="{3813F4F9-610E-4665-95CD-3F705A988C16}"/>
              </a:ext>
            </a:extLst>
          </p:cNvPr>
          <p:cNvSpPr txBox="1">
            <a:spLocks/>
          </p:cNvSpPr>
          <p:nvPr/>
        </p:nvSpPr>
        <p:spPr>
          <a:xfrm>
            <a:off x="838200" y="535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Step 4: Put in sequence parameters at bottom of page</a:t>
            </a:r>
          </a:p>
        </p:txBody>
      </p:sp>
      <p:sp>
        <p:nvSpPr>
          <p:cNvPr id="8" name="TextBox 7">
            <a:extLst>
              <a:ext uri="{FF2B5EF4-FFF2-40B4-BE49-F238E27FC236}">
                <a16:creationId xmlns:a16="http://schemas.microsoft.com/office/drawing/2014/main" id="{1B9CA6C6-46A4-4168-B32F-FF22DF84B9F3}"/>
              </a:ext>
            </a:extLst>
          </p:cNvPr>
          <p:cNvSpPr txBox="1"/>
          <p:nvPr/>
        </p:nvSpPr>
        <p:spPr>
          <a:xfrm>
            <a:off x="196426" y="1259468"/>
            <a:ext cx="2323254" cy="4801314"/>
          </a:xfrm>
          <a:prstGeom prst="rect">
            <a:avLst/>
          </a:prstGeom>
          <a:noFill/>
        </p:spPr>
        <p:txBody>
          <a:bodyPr wrap="square" rtlCol="0">
            <a:spAutoFit/>
          </a:bodyPr>
          <a:lstStyle/>
          <a:p>
            <a:r>
              <a:rPr lang="en-US" dirty="0"/>
              <a:t>After you’ve selected the regions you want, scroll all the way to the bottom. It should look like the image to the right.</a:t>
            </a:r>
          </a:p>
          <a:p>
            <a:endParaRPr lang="en-US" dirty="0"/>
          </a:p>
          <a:p>
            <a:r>
              <a:rPr lang="en-US" dirty="0"/>
              <a:t>Under right hand column, select to choose label(s), and use the box to scroll for L-PART1+V-EXON. This gives you the exon sequence. You do NOT want introns. </a:t>
            </a:r>
          </a:p>
          <a:p>
            <a:endParaRPr lang="en-US" dirty="0"/>
          </a:p>
          <a:p>
            <a:r>
              <a:rPr lang="en-US" dirty="0"/>
              <a:t>Click submit.</a:t>
            </a:r>
          </a:p>
        </p:txBody>
      </p:sp>
      <p:sp>
        <p:nvSpPr>
          <p:cNvPr id="11" name="Oval 10">
            <a:extLst>
              <a:ext uri="{FF2B5EF4-FFF2-40B4-BE49-F238E27FC236}">
                <a16:creationId xmlns:a16="http://schemas.microsoft.com/office/drawing/2014/main" id="{09180BB8-0029-47C3-B0B5-FD10CF08EE8A}"/>
              </a:ext>
            </a:extLst>
          </p:cNvPr>
          <p:cNvSpPr/>
          <p:nvPr/>
        </p:nvSpPr>
        <p:spPr>
          <a:xfrm>
            <a:off x="2512907" y="5320825"/>
            <a:ext cx="455123" cy="284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D533B43-0F41-4AB1-9215-3D4AAA8189E5}"/>
              </a:ext>
            </a:extLst>
          </p:cNvPr>
          <p:cNvSpPr/>
          <p:nvPr/>
        </p:nvSpPr>
        <p:spPr>
          <a:xfrm rot="5400000">
            <a:off x="8144232" y="3002710"/>
            <a:ext cx="1876023" cy="380821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4BE55A2E-B236-4CE5-A9A4-0E192CFF69D6}"/>
              </a:ext>
            </a:extLst>
          </p:cNvPr>
          <p:cNvCxnSpPr>
            <a:cxnSpLocks/>
          </p:cNvCxnSpPr>
          <p:nvPr/>
        </p:nvCxnSpPr>
        <p:spPr>
          <a:xfrm>
            <a:off x="6915573" y="4233333"/>
            <a:ext cx="674229" cy="35369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B8DE68E-D18C-44E8-A961-ADEE56F7515F}"/>
              </a:ext>
            </a:extLst>
          </p:cNvPr>
          <p:cNvCxnSpPr>
            <a:cxnSpLocks/>
          </p:cNvCxnSpPr>
          <p:nvPr/>
        </p:nvCxnSpPr>
        <p:spPr>
          <a:xfrm flipH="1">
            <a:off x="8494041" y="4687147"/>
            <a:ext cx="643185" cy="29491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773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2A723B-CE61-4E10-8191-E5D1CD99F239}"/>
              </a:ext>
            </a:extLst>
          </p:cNvPr>
          <p:cNvPicPr>
            <a:picLocks noChangeAspect="1"/>
          </p:cNvPicPr>
          <p:nvPr/>
        </p:nvPicPr>
        <p:blipFill>
          <a:blip r:embed="rId2"/>
          <a:stretch>
            <a:fillRect/>
          </a:stretch>
        </p:blipFill>
        <p:spPr>
          <a:xfrm>
            <a:off x="3609804" y="955872"/>
            <a:ext cx="7679265" cy="5720080"/>
          </a:xfrm>
          <a:prstGeom prst="rect">
            <a:avLst/>
          </a:prstGeom>
        </p:spPr>
      </p:pic>
      <p:sp>
        <p:nvSpPr>
          <p:cNvPr id="6" name="Title 1">
            <a:extLst>
              <a:ext uri="{FF2B5EF4-FFF2-40B4-BE49-F238E27FC236}">
                <a16:creationId xmlns:a16="http://schemas.microsoft.com/office/drawing/2014/main" id="{3813F4F9-610E-4665-95CD-3F705A988C16}"/>
              </a:ext>
            </a:extLst>
          </p:cNvPr>
          <p:cNvSpPr txBox="1">
            <a:spLocks/>
          </p:cNvSpPr>
          <p:nvPr/>
        </p:nvSpPr>
        <p:spPr>
          <a:xfrm>
            <a:off x="838200" y="535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Step 5: Copy your sequences to an excel sheet</a:t>
            </a:r>
          </a:p>
        </p:txBody>
      </p:sp>
      <p:sp>
        <p:nvSpPr>
          <p:cNvPr id="8" name="TextBox 7">
            <a:extLst>
              <a:ext uri="{FF2B5EF4-FFF2-40B4-BE49-F238E27FC236}">
                <a16:creationId xmlns:a16="http://schemas.microsoft.com/office/drawing/2014/main" id="{1B9CA6C6-46A4-4168-B32F-FF22DF84B9F3}"/>
              </a:ext>
            </a:extLst>
          </p:cNvPr>
          <p:cNvSpPr txBox="1"/>
          <p:nvPr/>
        </p:nvSpPr>
        <p:spPr>
          <a:xfrm>
            <a:off x="98406" y="1124002"/>
            <a:ext cx="3348647" cy="5632311"/>
          </a:xfrm>
          <a:prstGeom prst="rect">
            <a:avLst/>
          </a:prstGeom>
          <a:noFill/>
        </p:spPr>
        <p:txBody>
          <a:bodyPr wrap="square" rtlCol="0">
            <a:spAutoFit/>
          </a:bodyPr>
          <a:lstStyle/>
          <a:p>
            <a:r>
              <a:rPr lang="en-US" dirty="0"/>
              <a:t>You will get a list of results. Find the sequences that correspond to your identified region from Adaptive.</a:t>
            </a:r>
          </a:p>
          <a:p>
            <a:endParaRPr lang="en-US" dirty="0"/>
          </a:p>
          <a:p>
            <a:r>
              <a:rPr lang="en-US" dirty="0"/>
              <a:t>Example:</a:t>
            </a:r>
          </a:p>
          <a:p>
            <a:r>
              <a:rPr lang="en-US" dirty="0"/>
              <a:t>I was given TRAV13-1 and TRBV09*01 from Adaptive. </a:t>
            </a:r>
          </a:p>
          <a:p>
            <a:endParaRPr lang="en-US" dirty="0"/>
          </a:p>
          <a:p>
            <a:r>
              <a:rPr lang="en-US" dirty="0"/>
              <a:t>There are two results for TRAV13-1 (red circles), 13-1*01 and 13-1*03, but the *03 version does not seem to be complete (288nt vs 337nt, lacks </a:t>
            </a:r>
            <a:r>
              <a:rPr lang="en-US" dirty="0" err="1"/>
              <a:t>atg</a:t>
            </a:r>
            <a:r>
              <a:rPr lang="en-US" dirty="0"/>
              <a:t> at start). I will copy TRAV13-1*01.</a:t>
            </a:r>
          </a:p>
          <a:p>
            <a:endParaRPr lang="en-US" dirty="0"/>
          </a:p>
          <a:p>
            <a:r>
              <a:rPr lang="en-US" dirty="0"/>
              <a:t>There are two results for TRBV09 (blue circles), TRVB09*01 and TRVB09*02, but I want *01, so I will copy that.</a:t>
            </a:r>
          </a:p>
        </p:txBody>
      </p:sp>
      <p:sp>
        <p:nvSpPr>
          <p:cNvPr id="11" name="Oval 10">
            <a:extLst>
              <a:ext uri="{FF2B5EF4-FFF2-40B4-BE49-F238E27FC236}">
                <a16:creationId xmlns:a16="http://schemas.microsoft.com/office/drawing/2014/main" id="{09180BB8-0029-47C3-B0B5-FD10CF08EE8A}"/>
              </a:ext>
            </a:extLst>
          </p:cNvPr>
          <p:cNvSpPr/>
          <p:nvPr/>
        </p:nvSpPr>
        <p:spPr>
          <a:xfrm>
            <a:off x="3935305" y="5076985"/>
            <a:ext cx="717976" cy="259990"/>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7D533B43-0F41-4AB1-9215-3D4AAA8189E5}"/>
              </a:ext>
            </a:extLst>
          </p:cNvPr>
          <p:cNvSpPr/>
          <p:nvPr/>
        </p:nvSpPr>
        <p:spPr>
          <a:xfrm rot="5400000">
            <a:off x="4194778" y="3483582"/>
            <a:ext cx="259990" cy="7789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9C430FDB-DB93-45C8-B0E8-972490D9A9E5}"/>
              </a:ext>
            </a:extLst>
          </p:cNvPr>
          <p:cNvSpPr/>
          <p:nvPr/>
        </p:nvSpPr>
        <p:spPr>
          <a:xfrm rot="5400000">
            <a:off x="4194778" y="4177849"/>
            <a:ext cx="259990" cy="7789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9AB9D675-F30D-4471-8060-06C0C191AA75}"/>
              </a:ext>
            </a:extLst>
          </p:cNvPr>
          <p:cNvSpPr/>
          <p:nvPr/>
        </p:nvSpPr>
        <p:spPr>
          <a:xfrm>
            <a:off x="3965785" y="5774227"/>
            <a:ext cx="717976" cy="259990"/>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B603EAB2-5452-4A60-8717-7315419E692C}"/>
              </a:ext>
            </a:extLst>
          </p:cNvPr>
          <p:cNvSpPr txBox="1"/>
          <p:nvPr/>
        </p:nvSpPr>
        <p:spPr>
          <a:xfrm>
            <a:off x="7802880" y="4993435"/>
            <a:ext cx="3948853" cy="1384995"/>
          </a:xfrm>
          <a:prstGeom prst="rect">
            <a:avLst/>
          </a:prstGeom>
          <a:noFill/>
        </p:spPr>
        <p:txBody>
          <a:bodyPr wrap="square" rtlCol="0">
            <a:spAutoFit/>
          </a:bodyPr>
          <a:lstStyle/>
          <a:p>
            <a:r>
              <a:rPr lang="en-US" sz="1400" dirty="0"/>
              <a:t>Tip: If you copy the sequences right into excel, they will copy into multiple lines, which can cause problems with alignment later. I use </a:t>
            </a:r>
            <a:r>
              <a:rPr lang="en-US" sz="1400" dirty="0">
                <a:hlinkClick r:id="rId3"/>
              </a:rPr>
              <a:t>http://removelinebreaks.net/</a:t>
            </a:r>
            <a:r>
              <a:rPr lang="en-US" sz="1400" dirty="0"/>
              <a:t> to remove the whitespace in the sequence so it copies into excel in one continuous sequence.</a:t>
            </a:r>
          </a:p>
        </p:txBody>
      </p:sp>
    </p:spTree>
    <p:extLst>
      <p:ext uri="{BB962C8B-B14F-4D97-AF65-F5344CB8AC3E}">
        <p14:creationId xmlns:p14="http://schemas.microsoft.com/office/powerpoint/2010/main" val="8735293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B1A38534-2CD4-4949-8345-6EFFE98EC045}"/>
              </a:ext>
            </a:extLst>
          </p:cNvPr>
          <p:cNvPicPr>
            <a:picLocks noChangeAspect="1"/>
          </p:cNvPicPr>
          <p:nvPr/>
        </p:nvPicPr>
        <p:blipFill rotWithShape="1">
          <a:blip r:embed="rId2"/>
          <a:srcRect b="56869"/>
          <a:stretch/>
        </p:blipFill>
        <p:spPr>
          <a:xfrm>
            <a:off x="2790613" y="2314185"/>
            <a:ext cx="8681561" cy="2151431"/>
          </a:xfrm>
          <a:prstGeom prst="rect">
            <a:avLst/>
          </a:prstGeom>
        </p:spPr>
      </p:pic>
      <p:sp>
        <p:nvSpPr>
          <p:cNvPr id="6" name="Title 1">
            <a:extLst>
              <a:ext uri="{FF2B5EF4-FFF2-40B4-BE49-F238E27FC236}">
                <a16:creationId xmlns:a16="http://schemas.microsoft.com/office/drawing/2014/main" id="{3813F4F9-610E-4665-95CD-3F705A988C16}"/>
              </a:ext>
            </a:extLst>
          </p:cNvPr>
          <p:cNvSpPr txBox="1">
            <a:spLocks/>
          </p:cNvSpPr>
          <p:nvPr/>
        </p:nvSpPr>
        <p:spPr>
          <a:xfrm>
            <a:off x="838200" y="535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Step 6: Mark where your V region stops in reference sequence</a:t>
            </a:r>
          </a:p>
        </p:txBody>
      </p:sp>
      <p:sp>
        <p:nvSpPr>
          <p:cNvPr id="8" name="TextBox 7">
            <a:extLst>
              <a:ext uri="{FF2B5EF4-FFF2-40B4-BE49-F238E27FC236}">
                <a16:creationId xmlns:a16="http://schemas.microsoft.com/office/drawing/2014/main" id="{1B9CA6C6-46A4-4168-B32F-FF22DF84B9F3}"/>
              </a:ext>
            </a:extLst>
          </p:cNvPr>
          <p:cNvSpPr txBox="1"/>
          <p:nvPr/>
        </p:nvSpPr>
        <p:spPr>
          <a:xfrm>
            <a:off x="1141499" y="1254793"/>
            <a:ext cx="9174287" cy="646331"/>
          </a:xfrm>
          <a:prstGeom prst="rect">
            <a:avLst/>
          </a:prstGeom>
          <a:noFill/>
        </p:spPr>
        <p:txBody>
          <a:bodyPr wrap="square" rtlCol="0">
            <a:spAutoFit/>
          </a:bodyPr>
          <a:lstStyle/>
          <a:p>
            <a:r>
              <a:rPr lang="en-US" dirty="0"/>
              <a:t>You will need the alpha and beta rearrangement sequence from Adaptive (indicated with red arrow). It helps if you copy it with the color formatting for alignment but it’s not necessary.</a:t>
            </a:r>
          </a:p>
        </p:txBody>
      </p:sp>
      <p:cxnSp>
        <p:nvCxnSpPr>
          <p:cNvPr id="12" name="Straight Arrow Connector 11">
            <a:extLst>
              <a:ext uri="{FF2B5EF4-FFF2-40B4-BE49-F238E27FC236}">
                <a16:creationId xmlns:a16="http://schemas.microsoft.com/office/drawing/2014/main" id="{EEA00657-DD2C-4CC6-9433-3EFA4C345A7E}"/>
              </a:ext>
            </a:extLst>
          </p:cNvPr>
          <p:cNvCxnSpPr>
            <a:cxnSpLocks/>
          </p:cNvCxnSpPr>
          <p:nvPr/>
        </p:nvCxnSpPr>
        <p:spPr>
          <a:xfrm flipH="1">
            <a:off x="4230229" y="2836195"/>
            <a:ext cx="910729" cy="2606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70A3DDB-27BA-422B-8450-E1152E01CCC1}"/>
              </a:ext>
            </a:extLst>
          </p:cNvPr>
          <p:cNvCxnSpPr>
            <a:cxnSpLocks/>
          </p:cNvCxnSpPr>
          <p:nvPr/>
        </p:nvCxnSpPr>
        <p:spPr>
          <a:xfrm flipV="1">
            <a:off x="9377960" y="3972852"/>
            <a:ext cx="0" cy="492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4834469-7C33-474B-B010-3BD2460FCE75}"/>
              </a:ext>
            </a:extLst>
          </p:cNvPr>
          <p:cNvCxnSpPr>
            <a:cxnSpLocks/>
          </p:cNvCxnSpPr>
          <p:nvPr/>
        </p:nvCxnSpPr>
        <p:spPr>
          <a:xfrm>
            <a:off x="6329963" y="2730555"/>
            <a:ext cx="0" cy="366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A11A817-9440-4D89-B210-3C788CD64BC6}"/>
              </a:ext>
            </a:extLst>
          </p:cNvPr>
          <p:cNvSpPr txBox="1"/>
          <p:nvPr/>
        </p:nvSpPr>
        <p:spPr>
          <a:xfrm>
            <a:off x="279407" y="2701347"/>
            <a:ext cx="2411396" cy="646331"/>
          </a:xfrm>
          <a:prstGeom prst="rect">
            <a:avLst/>
          </a:prstGeom>
          <a:noFill/>
        </p:spPr>
        <p:txBody>
          <a:bodyPr wrap="square" rtlCol="0">
            <a:spAutoFit/>
          </a:bodyPr>
          <a:lstStyle/>
          <a:p>
            <a:r>
              <a:rPr lang="en-US" dirty="0"/>
              <a:t>Copy your V regions from Step 5 into excel.</a:t>
            </a:r>
          </a:p>
        </p:txBody>
      </p:sp>
      <p:sp>
        <p:nvSpPr>
          <p:cNvPr id="19" name="TextBox 18">
            <a:extLst>
              <a:ext uri="{FF2B5EF4-FFF2-40B4-BE49-F238E27FC236}">
                <a16:creationId xmlns:a16="http://schemas.microsoft.com/office/drawing/2014/main" id="{171F1F4E-1729-4C77-9FB1-51DBB7BB474E}"/>
              </a:ext>
            </a:extLst>
          </p:cNvPr>
          <p:cNvSpPr txBox="1"/>
          <p:nvPr/>
        </p:nvSpPr>
        <p:spPr>
          <a:xfrm>
            <a:off x="464165" y="4669911"/>
            <a:ext cx="7453862" cy="2031325"/>
          </a:xfrm>
          <a:prstGeom prst="rect">
            <a:avLst/>
          </a:prstGeom>
          <a:noFill/>
        </p:spPr>
        <p:txBody>
          <a:bodyPr wrap="square" rtlCol="0">
            <a:spAutoFit/>
          </a:bodyPr>
          <a:lstStyle/>
          <a:p>
            <a:r>
              <a:rPr lang="en-US" dirty="0"/>
              <a:t>Using the FIRST 10ish bp of the rearrangement sequence, use “Find” (</a:t>
            </a:r>
            <a:r>
              <a:rPr lang="en-US" dirty="0" err="1"/>
              <a:t>Ctrl+F</a:t>
            </a:r>
            <a:r>
              <a:rPr lang="en-US" dirty="0"/>
              <a:t>) to match that sequence in your reference sequence. Moving 5’ to 3’, find the first base pair that is different between the two and mark breakpoint in both sequences. I’ve marked that point with ** and blue arrows. Notice how the sequence is the same before the ** and different after, which represents the rearrangement breakpoint. It also helps to use lowercase/capital letters or colors to help you see overlaps.</a:t>
            </a:r>
          </a:p>
        </p:txBody>
      </p:sp>
      <p:sp>
        <p:nvSpPr>
          <p:cNvPr id="4" name="TextBox 3">
            <a:extLst>
              <a:ext uri="{FF2B5EF4-FFF2-40B4-BE49-F238E27FC236}">
                <a16:creationId xmlns:a16="http://schemas.microsoft.com/office/drawing/2014/main" id="{387BA2EA-ADCF-4816-84BA-B5DC65B599AB}"/>
              </a:ext>
            </a:extLst>
          </p:cNvPr>
          <p:cNvSpPr txBox="1"/>
          <p:nvPr/>
        </p:nvSpPr>
        <p:spPr>
          <a:xfrm>
            <a:off x="8693853" y="4923954"/>
            <a:ext cx="2411396" cy="1200329"/>
          </a:xfrm>
          <a:prstGeom prst="rect">
            <a:avLst/>
          </a:prstGeom>
          <a:noFill/>
        </p:spPr>
        <p:txBody>
          <a:bodyPr wrap="square" rtlCol="0">
            <a:spAutoFit/>
          </a:bodyPr>
          <a:lstStyle/>
          <a:p>
            <a:r>
              <a:rPr lang="en-US" dirty="0"/>
              <a:t>Note: If you have the Adaptive color coding, that will show you where breakpoints are.</a:t>
            </a:r>
          </a:p>
        </p:txBody>
      </p:sp>
    </p:spTree>
    <p:extLst>
      <p:ext uri="{BB962C8B-B14F-4D97-AF65-F5344CB8AC3E}">
        <p14:creationId xmlns:p14="http://schemas.microsoft.com/office/powerpoint/2010/main" val="18450656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4">
            <a:extLst>
              <a:ext uri="{FF2B5EF4-FFF2-40B4-BE49-F238E27FC236}">
                <a16:creationId xmlns:a16="http://schemas.microsoft.com/office/drawing/2014/main" id="{05B90BA0-EDC5-46E2-AA98-5EDF1E266477}"/>
              </a:ext>
            </a:extLst>
          </p:cNvPr>
          <p:cNvPicPr>
            <a:picLocks noGrp="1" noChangeAspect="1"/>
          </p:cNvPicPr>
          <p:nvPr>
            <p:ph idx="1"/>
          </p:nvPr>
        </p:nvPicPr>
        <p:blipFill rotWithShape="1">
          <a:blip r:embed="rId2"/>
          <a:srcRect t="33515" b="45268"/>
          <a:stretch/>
        </p:blipFill>
        <p:spPr>
          <a:xfrm>
            <a:off x="838200" y="1808480"/>
            <a:ext cx="10349047" cy="1063414"/>
          </a:xfrm>
        </p:spPr>
      </p:pic>
      <p:sp>
        <p:nvSpPr>
          <p:cNvPr id="6" name="Title 1">
            <a:extLst>
              <a:ext uri="{FF2B5EF4-FFF2-40B4-BE49-F238E27FC236}">
                <a16:creationId xmlns:a16="http://schemas.microsoft.com/office/drawing/2014/main" id="{3813F4F9-610E-4665-95CD-3F705A988C16}"/>
              </a:ext>
            </a:extLst>
          </p:cNvPr>
          <p:cNvSpPr txBox="1">
            <a:spLocks/>
          </p:cNvSpPr>
          <p:nvPr/>
        </p:nvSpPr>
        <p:spPr>
          <a:xfrm>
            <a:off x="838200" y="535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Step 7: Repeat steps 1-5 for J regions</a:t>
            </a:r>
          </a:p>
        </p:txBody>
      </p:sp>
      <p:sp>
        <p:nvSpPr>
          <p:cNvPr id="19" name="TextBox 18">
            <a:extLst>
              <a:ext uri="{FF2B5EF4-FFF2-40B4-BE49-F238E27FC236}">
                <a16:creationId xmlns:a16="http://schemas.microsoft.com/office/drawing/2014/main" id="{171F1F4E-1729-4C77-9FB1-51DBB7BB474E}"/>
              </a:ext>
            </a:extLst>
          </p:cNvPr>
          <p:cNvSpPr txBox="1"/>
          <p:nvPr/>
        </p:nvSpPr>
        <p:spPr>
          <a:xfrm>
            <a:off x="770466" y="1170300"/>
            <a:ext cx="9111827" cy="369332"/>
          </a:xfrm>
          <a:prstGeom prst="rect">
            <a:avLst/>
          </a:prstGeom>
          <a:noFill/>
        </p:spPr>
        <p:txBody>
          <a:bodyPr wrap="square" rtlCol="0">
            <a:spAutoFit/>
          </a:bodyPr>
          <a:lstStyle/>
          <a:p>
            <a:r>
              <a:rPr lang="en-US" dirty="0"/>
              <a:t>For Step 2: Make sure to select “joining” in the “Gene type” dropdown box instead of “variable” </a:t>
            </a:r>
          </a:p>
        </p:txBody>
      </p:sp>
      <p:cxnSp>
        <p:nvCxnSpPr>
          <p:cNvPr id="13" name="Straight Arrow Connector 12">
            <a:extLst>
              <a:ext uri="{FF2B5EF4-FFF2-40B4-BE49-F238E27FC236}">
                <a16:creationId xmlns:a16="http://schemas.microsoft.com/office/drawing/2014/main" id="{F07F282E-E70C-4B8F-ADF0-441A698CEC14}"/>
              </a:ext>
            </a:extLst>
          </p:cNvPr>
          <p:cNvCxnSpPr>
            <a:cxnSpLocks/>
          </p:cNvCxnSpPr>
          <p:nvPr/>
        </p:nvCxnSpPr>
        <p:spPr>
          <a:xfrm>
            <a:off x="1733973" y="1659510"/>
            <a:ext cx="1334347" cy="8363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FC84EA56-2375-4C03-8D70-3C9260DBF27F}"/>
              </a:ext>
            </a:extLst>
          </p:cNvPr>
          <p:cNvPicPr>
            <a:picLocks noChangeAspect="1"/>
          </p:cNvPicPr>
          <p:nvPr/>
        </p:nvPicPr>
        <p:blipFill>
          <a:blip r:embed="rId3"/>
          <a:stretch>
            <a:fillRect/>
          </a:stretch>
        </p:blipFill>
        <p:spPr>
          <a:xfrm>
            <a:off x="531705" y="3924537"/>
            <a:ext cx="11087947" cy="1774072"/>
          </a:xfrm>
          <a:prstGeom prst="rect">
            <a:avLst/>
          </a:prstGeom>
        </p:spPr>
      </p:pic>
      <p:sp>
        <p:nvSpPr>
          <p:cNvPr id="14" name="TextBox 13">
            <a:extLst>
              <a:ext uri="{FF2B5EF4-FFF2-40B4-BE49-F238E27FC236}">
                <a16:creationId xmlns:a16="http://schemas.microsoft.com/office/drawing/2014/main" id="{95EB21CA-333E-4C4B-B342-AEBDD9018231}"/>
              </a:ext>
            </a:extLst>
          </p:cNvPr>
          <p:cNvSpPr txBox="1"/>
          <p:nvPr/>
        </p:nvSpPr>
        <p:spPr>
          <a:xfrm>
            <a:off x="831427" y="3309332"/>
            <a:ext cx="9111827" cy="369332"/>
          </a:xfrm>
          <a:prstGeom prst="rect">
            <a:avLst/>
          </a:prstGeom>
          <a:noFill/>
        </p:spPr>
        <p:txBody>
          <a:bodyPr wrap="square" rtlCol="0">
            <a:spAutoFit/>
          </a:bodyPr>
          <a:lstStyle/>
          <a:p>
            <a:r>
              <a:rPr lang="en-US" dirty="0"/>
              <a:t>For Step 4: Make sure to select “J-REGION” from box instead of “L-PART1+V-EXON” </a:t>
            </a:r>
          </a:p>
        </p:txBody>
      </p:sp>
      <p:cxnSp>
        <p:nvCxnSpPr>
          <p:cNvPr id="22" name="Straight Arrow Connector 21">
            <a:extLst>
              <a:ext uri="{FF2B5EF4-FFF2-40B4-BE49-F238E27FC236}">
                <a16:creationId xmlns:a16="http://schemas.microsoft.com/office/drawing/2014/main" id="{3B46ACB5-D4F5-4213-B7AF-0EDC3B97EF21}"/>
              </a:ext>
            </a:extLst>
          </p:cNvPr>
          <p:cNvCxnSpPr>
            <a:cxnSpLocks/>
          </p:cNvCxnSpPr>
          <p:nvPr/>
        </p:nvCxnSpPr>
        <p:spPr>
          <a:xfrm>
            <a:off x="4822613" y="3764019"/>
            <a:ext cx="2136987" cy="12957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54650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806C1F-847F-422B-93C4-F8C88553FFF3}"/>
              </a:ext>
            </a:extLst>
          </p:cNvPr>
          <p:cNvPicPr>
            <a:picLocks noChangeAspect="1"/>
          </p:cNvPicPr>
          <p:nvPr/>
        </p:nvPicPr>
        <p:blipFill rotWithShape="1">
          <a:blip r:embed="rId2"/>
          <a:srcRect b="28388"/>
          <a:stretch/>
        </p:blipFill>
        <p:spPr>
          <a:xfrm>
            <a:off x="665480" y="2596528"/>
            <a:ext cx="10688320" cy="1812911"/>
          </a:xfrm>
          <a:prstGeom prst="rect">
            <a:avLst/>
          </a:prstGeom>
        </p:spPr>
      </p:pic>
      <p:sp>
        <p:nvSpPr>
          <p:cNvPr id="6" name="Title 1">
            <a:extLst>
              <a:ext uri="{FF2B5EF4-FFF2-40B4-BE49-F238E27FC236}">
                <a16:creationId xmlns:a16="http://schemas.microsoft.com/office/drawing/2014/main" id="{3813F4F9-610E-4665-95CD-3F705A988C16}"/>
              </a:ext>
            </a:extLst>
          </p:cNvPr>
          <p:cNvSpPr txBox="1">
            <a:spLocks/>
          </p:cNvSpPr>
          <p:nvPr/>
        </p:nvSpPr>
        <p:spPr>
          <a:xfrm>
            <a:off x="838200" y="535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Step 8: Mark where your J region starts in reference sequence</a:t>
            </a:r>
          </a:p>
        </p:txBody>
      </p:sp>
      <p:sp>
        <p:nvSpPr>
          <p:cNvPr id="8" name="TextBox 7">
            <a:extLst>
              <a:ext uri="{FF2B5EF4-FFF2-40B4-BE49-F238E27FC236}">
                <a16:creationId xmlns:a16="http://schemas.microsoft.com/office/drawing/2014/main" id="{1B9CA6C6-46A4-4168-B32F-FF22DF84B9F3}"/>
              </a:ext>
            </a:extLst>
          </p:cNvPr>
          <p:cNvSpPr txBox="1"/>
          <p:nvPr/>
        </p:nvSpPr>
        <p:spPr>
          <a:xfrm>
            <a:off x="1141499" y="1254793"/>
            <a:ext cx="9174287" cy="646331"/>
          </a:xfrm>
          <a:prstGeom prst="rect">
            <a:avLst/>
          </a:prstGeom>
          <a:noFill/>
        </p:spPr>
        <p:txBody>
          <a:bodyPr wrap="square" rtlCol="0">
            <a:spAutoFit/>
          </a:bodyPr>
          <a:lstStyle/>
          <a:p>
            <a:r>
              <a:rPr lang="en-US" dirty="0"/>
              <a:t>You will need the alpha and beta rearrangement sequence from Adaptive (indicated with red arrow). It helps if you copy it with the color formatting for alignment but it’s not necessary.</a:t>
            </a:r>
          </a:p>
        </p:txBody>
      </p:sp>
      <p:cxnSp>
        <p:nvCxnSpPr>
          <p:cNvPr id="12" name="Straight Arrow Connector 11">
            <a:extLst>
              <a:ext uri="{FF2B5EF4-FFF2-40B4-BE49-F238E27FC236}">
                <a16:creationId xmlns:a16="http://schemas.microsoft.com/office/drawing/2014/main" id="{EEA00657-DD2C-4CC6-9433-3EFA4C345A7E}"/>
              </a:ext>
            </a:extLst>
          </p:cNvPr>
          <p:cNvCxnSpPr>
            <a:cxnSpLocks/>
          </p:cNvCxnSpPr>
          <p:nvPr/>
        </p:nvCxnSpPr>
        <p:spPr>
          <a:xfrm flipH="1">
            <a:off x="2131628" y="2890114"/>
            <a:ext cx="910729" cy="26065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E70A3DDB-27BA-422B-8450-E1152E01CCC1}"/>
              </a:ext>
            </a:extLst>
          </p:cNvPr>
          <p:cNvCxnSpPr>
            <a:cxnSpLocks/>
          </p:cNvCxnSpPr>
          <p:nvPr/>
        </p:nvCxnSpPr>
        <p:spPr>
          <a:xfrm flipV="1">
            <a:off x="1392200" y="4297971"/>
            <a:ext cx="0" cy="49276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4834469-7C33-474B-B010-3BD2460FCE75}"/>
              </a:ext>
            </a:extLst>
          </p:cNvPr>
          <p:cNvCxnSpPr>
            <a:cxnSpLocks/>
          </p:cNvCxnSpPr>
          <p:nvPr/>
        </p:nvCxnSpPr>
        <p:spPr>
          <a:xfrm>
            <a:off x="4792417" y="2837293"/>
            <a:ext cx="0" cy="3662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A11A817-9440-4D89-B210-3C788CD64BC6}"/>
              </a:ext>
            </a:extLst>
          </p:cNvPr>
          <p:cNvSpPr txBox="1"/>
          <p:nvPr/>
        </p:nvSpPr>
        <p:spPr>
          <a:xfrm>
            <a:off x="144126" y="2103582"/>
            <a:ext cx="3039342" cy="369332"/>
          </a:xfrm>
          <a:prstGeom prst="rect">
            <a:avLst/>
          </a:prstGeom>
          <a:noFill/>
        </p:spPr>
        <p:txBody>
          <a:bodyPr wrap="square" rtlCol="0">
            <a:spAutoFit/>
          </a:bodyPr>
          <a:lstStyle/>
          <a:p>
            <a:r>
              <a:rPr lang="en-US" dirty="0"/>
              <a:t>Copy your J regions into excel.</a:t>
            </a:r>
          </a:p>
        </p:txBody>
      </p:sp>
      <p:sp>
        <p:nvSpPr>
          <p:cNvPr id="19" name="TextBox 18">
            <a:extLst>
              <a:ext uri="{FF2B5EF4-FFF2-40B4-BE49-F238E27FC236}">
                <a16:creationId xmlns:a16="http://schemas.microsoft.com/office/drawing/2014/main" id="{171F1F4E-1729-4C77-9FB1-51DBB7BB474E}"/>
              </a:ext>
            </a:extLst>
          </p:cNvPr>
          <p:cNvSpPr txBox="1"/>
          <p:nvPr/>
        </p:nvSpPr>
        <p:spPr>
          <a:xfrm>
            <a:off x="463654" y="4826675"/>
            <a:ext cx="7881088" cy="1754326"/>
          </a:xfrm>
          <a:prstGeom prst="rect">
            <a:avLst/>
          </a:prstGeom>
          <a:noFill/>
        </p:spPr>
        <p:txBody>
          <a:bodyPr wrap="square" rtlCol="0">
            <a:spAutoFit/>
          </a:bodyPr>
          <a:lstStyle/>
          <a:p>
            <a:r>
              <a:rPr lang="en-US" dirty="0"/>
              <a:t>Using the LAST 10ish bp of the rearrangement sequence, use “Find” (</a:t>
            </a:r>
            <a:r>
              <a:rPr lang="en-US" dirty="0" err="1"/>
              <a:t>Ctrl+F</a:t>
            </a:r>
            <a:r>
              <a:rPr lang="en-US" dirty="0"/>
              <a:t>) to match that sequence in your reference sequence. Working 3’ to 5’ (backwards), find the first base pair that is different between the two and mark breakpoint in both sequences. I’ve marked that point with ** and blue arrows. The sequence in between your markers (red circle) is the unique rearrangement associated with your TCR. THIS SUPERCEDES THE REFERENCE SEQUENCES!!!!</a:t>
            </a:r>
          </a:p>
        </p:txBody>
      </p:sp>
      <p:sp>
        <p:nvSpPr>
          <p:cNvPr id="4" name="TextBox 3">
            <a:extLst>
              <a:ext uri="{FF2B5EF4-FFF2-40B4-BE49-F238E27FC236}">
                <a16:creationId xmlns:a16="http://schemas.microsoft.com/office/drawing/2014/main" id="{387BA2EA-ADCF-4816-84BA-B5DC65B599AB}"/>
              </a:ext>
            </a:extLst>
          </p:cNvPr>
          <p:cNvSpPr txBox="1"/>
          <p:nvPr/>
        </p:nvSpPr>
        <p:spPr>
          <a:xfrm>
            <a:off x="9032519" y="4934812"/>
            <a:ext cx="2411396" cy="1200329"/>
          </a:xfrm>
          <a:prstGeom prst="rect">
            <a:avLst/>
          </a:prstGeom>
          <a:noFill/>
        </p:spPr>
        <p:txBody>
          <a:bodyPr wrap="square" rtlCol="0">
            <a:spAutoFit/>
          </a:bodyPr>
          <a:lstStyle/>
          <a:p>
            <a:r>
              <a:rPr lang="en-US" dirty="0"/>
              <a:t>Note: If you have the Adaptive color coding, that will show you where breakpoints are.</a:t>
            </a:r>
          </a:p>
        </p:txBody>
      </p:sp>
      <p:sp>
        <p:nvSpPr>
          <p:cNvPr id="5" name="Oval 4">
            <a:extLst>
              <a:ext uri="{FF2B5EF4-FFF2-40B4-BE49-F238E27FC236}">
                <a16:creationId xmlns:a16="http://schemas.microsoft.com/office/drawing/2014/main" id="{38A45B5D-D81E-42F4-B3FF-D6D629934F56}"/>
              </a:ext>
            </a:extLst>
          </p:cNvPr>
          <p:cNvSpPr/>
          <p:nvPr/>
        </p:nvSpPr>
        <p:spPr>
          <a:xfrm>
            <a:off x="4104642" y="3150767"/>
            <a:ext cx="640357" cy="284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2291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806C1F-847F-422B-93C4-F8C88553FFF3}"/>
              </a:ext>
            </a:extLst>
          </p:cNvPr>
          <p:cNvPicPr>
            <a:picLocks noChangeAspect="1"/>
          </p:cNvPicPr>
          <p:nvPr/>
        </p:nvPicPr>
        <p:blipFill>
          <a:blip r:embed="rId2"/>
          <a:stretch>
            <a:fillRect/>
          </a:stretch>
        </p:blipFill>
        <p:spPr>
          <a:xfrm>
            <a:off x="751840" y="1227068"/>
            <a:ext cx="10688320" cy="2531587"/>
          </a:xfrm>
          <a:prstGeom prst="rect">
            <a:avLst/>
          </a:prstGeom>
        </p:spPr>
      </p:pic>
      <p:sp>
        <p:nvSpPr>
          <p:cNvPr id="6" name="Title 1">
            <a:extLst>
              <a:ext uri="{FF2B5EF4-FFF2-40B4-BE49-F238E27FC236}">
                <a16:creationId xmlns:a16="http://schemas.microsoft.com/office/drawing/2014/main" id="{3813F4F9-610E-4665-95CD-3F705A988C16}"/>
              </a:ext>
            </a:extLst>
          </p:cNvPr>
          <p:cNvSpPr txBox="1">
            <a:spLocks/>
          </p:cNvSpPr>
          <p:nvPr/>
        </p:nvSpPr>
        <p:spPr>
          <a:xfrm>
            <a:off x="838200" y="53551"/>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200" dirty="0"/>
              <a:t>Step 9: Reconstruct entire alpha/beta chain from references</a:t>
            </a:r>
          </a:p>
        </p:txBody>
      </p:sp>
      <p:cxnSp>
        <p:nvCxnSpPr>
          <p:cNvPr id="16" name="Straight Arrow Connector 15">
            <a:extLst>
              <a:ext uri="{FF2B5EF4-FFF2-40B4-BE49-F238E27FC236}">
                <a16:creationId xmlns:a16="http://schemas.microsoft.com/office/drawing/2014/main" id="{F4834469-7C33-474B-B010-3BD2460FCE75}"/>
              </a:ext>
            </a:extLst>
          </p:cNvPr>
          <p:cNvCxnSpPr>
            <a:cxnSpLocks/>
          </p:cNvCxnSpPr>
          <p:nvPr/>
        </p:nvCxnSpPr>
        <p:spPr>
          <a:xfrm flipV="1">
            <a:off x="9696310" y="3598333"/>
            <a:ext cx="0" cy="4521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71F1F4E-1729-4C77-9FB1-51DBB7BB474E}"/>
              </a:ext>
            </a:extLst>
          </p:cNvPr>
          <p:cNvSpPr txBox="1"/>
          <p:nvPr/>
        </p:nvSpPr>
        <p:spPr>
          <a:xfrm>
            <a:off x="628227" y="4222342"/>
            <a:ext cx="10725573" cy="2031325"/>
          </a:xfrm>
          <a:prstGeom prst="rect">
            <a:avLst/>
          </a:prstGeom>
          <a:noFill/>
        </p:spPr>
        <p:txBody>
          <a:bodyPr wrap="square" rtlCol="0">
            <a:spAutoFit/>
          </a:bodyPr>
          <a:lstStyle/>
          <a:p>
            <a:pPr marL="342900" indent="-342900">
              <a:buAutoNum type="alphaLcParenR"/>
            </a:pPr>
            <a:r>
              <a:rPr lang="en-US" dirty="0"/>
              <a:t>Copy the reference sequence for your V region from the 5’ end UP TO THE MARKER (**). Paste into new cell.</a:t>
            </a:r>
          </a:p>
          <a:p>
            <a:pPr marL="342900" indent="-342900">
              <a:buAutoNum type="alphaLcParenR"/>
            </a:pPr>
            <a:r>
              <a:rPr lang="en-US" dirty="0"/>
              <a:t>Copy the sequence in between the markers in your alpha rearrangement sequence from Adaptive. Paste onto the end of the pasted sequence from part a. (red circle)</a:t>
            </a:r>
          </a:p>
          <a:p>
            <a:pPr marL="342900" indent="-342900">
              <a:buAutoNum type="alphaLcParenR"/>
            </a:pPr>
            <a:r>
              <a:rPr lang="en-US" dirty="0"/>
              <a:t>Copy the reference sequence of your J region STARTING AT THE MARKER all the way to the 3’ end. Paste onto the end of the pasted sequence from part b.</a:t>
            </a:r>
          </a:p>
          <a:p>
            <a:pPr marL="342900" indent="-342900">
              <a:buAutoNum type="alphaLcParenR"/>
            </a:pPr>
            <a:r>
              <a:rPr lang="en-US" dirty="0"/>
              <a:t>You now have your reconstructed alpha or beta chain. Notice that the rearrangement sequence from Adaptive lies in the middle of your chain – blue arrows at start and end for reference.</a:t>
            </a:r>
          </a:p>
        </p:txBody>
      </p:sp>
      <p:sp>
        <p:nvSpPr>
          <p:cNvPr id="5" name="Oval 4">
            <a:extLst>
              <a:ext uri="{FF2B5EF4-FFF2-40B4-BE49-F238E27FC236}">
                <a16:creationId xmlns:a16="http://schemas.microsoft.com/office/drawing/2014/main" id="{DE92CD4A-5A4A-47B5-AB13-62A96D659AE1}"/>
              </a:ext>
            </a:extLst>
          </p:cNvPr>
          <p:cNvSpPr/>
          <p:nvPr/>
        </p:nvSpPr>
        <p:spPr>
          <a:xfrm>
            <a:off x="4185921" y="1789327"/>
            <a:ext cx="640357" cy="284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54803105-4E86-4044-BDA2-13CB17AC6DE1}"/>
              </a:ext>
            </a:extLst>
          </p:cNvPr>
          <p:cNvCxnSpPr>
            <a:cxnSpLocks/>
          </p:cNvCxnSpPr>
          <p:nvPr/>
        </p:nvCxnSpPr>
        <p:spPr>
          <a:xfrm flipV="1">
            <a:off x="3861084" y="3591351"/>
            <a:ext cx="0" cy="4521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BCECDC8-4865-4E23-B50A-A86A3C4BF634}"/>
              </a:ext>
            </a:extLst>
          </p:cNvPr>
          <p:cNvCxnSpPr>
            <a:cxnSpLocks/>
          </p:cNvCxnSpPr>
          <p:nvPr/>
        </p:nvCxnSpPr>
        <p:spPr>
          <a:xfrm flipV="1">
            <a:off x="6841349" y="2040742"/>
            <a:ext cx="0" cy="4521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8F425533-A773-444A-BDE3-D52559A00452}"/>
              </a:ext>
            </a:extLst>
          </p:cNvPr>
          <p:cNvCxnSpPr>
            <a:cxnSpLocks/>
          </p:cNvCxnSpPr>
          <p:nvPr/>
        </p:nvCxnSpPr>
        <p:spPr>
          <a:xfrm flipV="1">
            <a:off x="1006123" y="2033760"/>
            <a:ext cx="0" cy="45211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C8360AF8-3948-4E6F-901E-365209087A01}"/>
              </a:ext>
            </a:extLst>
          </p:cNvPr>
          <p:cNvSpPr/>
          <p:nvPr/>
        </p:nvSpPr>
        <p:spPr>
          <a:xfrm>
            <a:off x="7044130" y="3368037"/>
            <a:ext cx="640357" cy="28448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33936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31fa085-8484-44cf-bfdc-de08491bfded">
      <Terms xmlns="http://schemas.microsoft.com/office/infopath/2007/PartnerControls"/>
    </lcf76f155ced4ddcb4097134ff3c332f>
    <TaxCatchAll xmlns="d9a01335-daa1-42bd-8eb9-d5b344df7a1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79807C765E8744883A489B2F1A63136" ma:contentTypeVersion="16" ma:contentTypeDescription="Create a new document." ma:contentTypeScope="" ma:versionID="ed04b46ebf9b0873d16f0f936129ea93">
  <xsd:schema xmlns:xsd="http://www.w3.org/2001/XMLSchema" xmlns:xs="http://www.w3.org/2001/XMLSchema" xmlns:p="http://schemas.microsoft.com/office/2006/metadata/properties" xmlns:ns2="131fa085-8484-44cf-bfdc-de08491bfded" xmlns:ns3="d9a01335-daa1-42bd-8eb9-d5b344df7a13" targetNamespace="http://schemas.microsoft.com/office/2006/metadata/properties" ma:root="true" ma:fieldsID="7db72cc3012fcb125f6bc73b08db7aeb" ns2:_="" ns3:_="">
    <xsd:import namespace="131fa085-8484-44cf-bfdc-de08491bfded"/>
    <xsd:import namespace="d9a01335-daa1-42bd-8eb9-d5b344df7a13"/>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31fa085-8484-44cf-bfdc-de08491bfd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24e6e45-2433-4efa-90ac-389e9d1bba1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9a01335-daa1-42bd-8eb9-d5b344df7a13"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e4a2976-5489-4899-9993-124367ae79c0}" ma:internalName="TaxCatchAll" ma:showField="CatchAllData" ma:web="d9a01335-daa1-42bd-8eb9-d5b344df7a1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62F5EE-DBA6-411B-9646-6094BE56E39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906E7E26-64F3-42E4-848B-FBF6AD603F8E}">
  <ds:schemaRefs>
    <ds:schemaRef ds:uri="http://schemas.microsoft.com/sharepoint/v3/contenttype/forms"/>
  </ds:schemaRefs>
</ds:datastoreItem>
</file>

<file path=customXml/itemProps3.xml><?xml version="1.0" encoding="utf-8"?>
<ds:datastoreItem xmlns:ds="http://schemas.openxmlformats.org/officeDocument/2006/customXml" ds:itemID="{E86A9E0D-4A0E-4C5D-B072-A64C0892982A}"/>
</file>

<file path=docProps/app.xml><?xml version="1.0" encoding="utf-8"?>
<Properties xmlns="http://schemas.openxmlformats.org/officeDocument/2006/extended-properties" xmlns:vt="http://schemas.openxmlformats.org/officeDocument/2006/docPropsVTypes">
  <TotalTime>150</TotalTime>
  <Words>986</Words>
  <Application>Microsoft Office PowerPoint</Application>
  <PresentationFormat>Widescreen</PresentationFormat>
  <Paragraphs>50</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TCR reconstruction from Adaptive Sequencing</vt:lpstr>
      <vt:lpstr>Step 1: Go to IMGT Gene (http://www.imgt.org/genedb/)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TCR reconstruction from Adaptive Sequencing</dc:title>
  <dc:creator>Michelle Brault</dc:creator>
  <cp:lastModifiedBy>Michelle Brault</cp:lastModifiedBy>
  <cp:revision>8</cp:revision>
  <dcterms:created xsi:type="dcterms:W3CDTF">2020-07-23T20:32:11Z</dcterms:created>
  <dcterms:modified xsi:type="dcterms:W3CDTF">2020-07-24T04:07:04Z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0x010100E79807C765E8744883A489B2F1A63136</vt:lpwstr>
  </property>
</Properties>
</file>