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34" autoAdjust="0"/>
    <p:restoredTop sz="94660"/>
  </p:normalViewPr>
  <p:slideViewPr>
    <p:cSldViewPr snapToGrid="0">
      <p:cViewPr varScale="1">
        <p:scale>
          <a:sx n="58" d="100"/>
          <a:sy n="58" d="100"/>
        </p:scale>
        <p:origin x="66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B32CF-DB26-45A8-B9E5-E3C341401BB0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1B76A-B730-45E5-A859-96B12EEDA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539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B32CF-DB26-45A8-B9E5-E3C341401BB0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1B76A-B730-45E5-A859-96B12EEDA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651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B32CF-DB26-45A8-B9E5-E3C341401BB0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1B76A-B730-45E5-A859-96B12EEDA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314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B32CF-DB26-45A8-B9E5-E3C341401BB0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1B76A-B730-45E5-A859-96B12EEDA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31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B32CF-DB26-45A8-B9E5-E3C341401BB0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1B76A-B730-45E5-A859-96B12EEDA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07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B32CF-DB26-45A8-B9E5-E3C341401BB0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1B76A-B730-45E5-A859-96B12EEDA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526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B32CF-DB26-45A8-B9E5-E3C341401BB0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1B76A-B730-45E5-A859-96B12EEDA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658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B32CF-DB26-45A8-B9E5-E3C341401BB0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1B76A-B730-45E5-A859-96B12EEDA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15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B32CF-DB26-45A8-B9E5-E3C341401BB0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1B76A-B730-45E5-A859-96B12EEDA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86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B32CF-DB26-45A8-B9E5-E3C341401BB0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1B76A-B730-45E5-A859-96B12EEDA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165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B32CF-DB26-45A8-B9E5-E3C341401BB0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1B76A-B730-45E5-A859-96B12EEDA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72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B32CF-DB26-45A8-B9E5-E3C341401BB0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1B76A-B730-45E5-A859-96B12EEDA6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95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B76F44-DCC6-44A3-9FC1-DA2F8BD78C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816" t="17788" r="2569" b="4577"/>
          <a:stretch/>
        </p:blipFill>
        <p:spPr>
          <a:xfrm>
            <a:off x="453005" y="845731"/>
            <a:ext cx="8384623" cy="486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405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519E22-EE12-43AD-8CD7-803C9FB83E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568" t="23333" r="3626" b="7513"/>
          <a:stretch/>
        </p:blipFill>
        <p:spPr>
          <a:xfrm>
            <a:off x="360726" y="1138805"/>
            <a:ext cx="7961153" cy="458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01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5542</TotalTime>
  <Words>0</Words>
  <Application>Microsoft Office PowerPoint</Application>
  <PresentationFormat>On-screen Show (4:3)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Yeh MD, Albert C</dc:creator>
  <cp:lastModifiedBy>Yeh MD, Albert C</cp:lastModifiedBy>
  <cp:revision>3</cp:revision>
  <dcterms:created xsi:type="dcterms:W3CDTF">2021-02-22T21:22:59Z</dcterms:created>
  <dcterms:modified xsi:type="dcterms:W3CDTF">2021-02-26T17:45:08Z</dcterms:modified>
</cp:coreProperties>
</file>